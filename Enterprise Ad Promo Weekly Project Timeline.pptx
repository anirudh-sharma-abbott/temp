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4.xml" ContentType="application/vnd.openxmlformats-officedocument.them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heme/themeOverride1.xml" ContentType="application/vnd.openxmlformats-officedocument.themeOverrid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5.xml" ContentType="application/vnd.openxmlformats-officedocument.them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6.xml" ContentType="application/vnd.openxmlformats-officedocument.theme+xml"/>
  <Override PartName="/ppt/tags/tag67.xml" ContentType="application/vnd.openxmlformats-officedocument.presentationml.tags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7.xml" ContentType="application/vnd.openxmlformats-officedocument.theme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ags/tag6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7505" r:id="rId4"/>
    <p:sldMasterId id="2147487669" r:id="rId5"/>
    <p:sldMasterId id="2147487779" r:id="rId6"/>
    <p:sldMasterId id="2147487810" r:id="rId7"/>
    <p:sldMasterId id="2147487819" r:id="rId8"/>
    <p:sldMasterId id="2147487847" r:id="rId9"/>
    <p:sldMasterId id="2147487861" r:id="rId10"/>
    <p:sldMasterId id="2147483660" r:id="rId11"/>
  </p:sldMasterIdLst>
  <p:notesMasterIdLst>
    <p:notesMasterId r:id="rId15"/>
  </p:notesMasterIdLst>
  <p:handoutMasterIdLst>
    <p:handoutMasterId r:id="rId16"/>
  </p:handoutMasterIdLst>
  <p:sldIdLst>
    <p:sldId id="2147479745" r:id="rId12"/>
    <p:sldId id="2147483644" r:id="rId13"/>
    <p:sldId id="2147483645" r:id="rId14"/>
  </p:sldIdLst>
  <p:sldSz cx="12192000" cy="6858000"/>
  <p:notesSz cx="7023100" cy="93091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61869B-7768-49CA-908A-A421F39CB1C2}">
          <p14:sldIdLst>
            <p14:sldId id="2147479745"/>
            <p14:sldId id="2147483644"/>
            <p14:sldId id="21474836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B29B7331-CDFB-EF13-617C-BB2C82832254}" name="Sherman, Leslie" initials="LS" userId="S::leslie.sherman@abbott.com::c9248896-9198-4829-a55c-512b1e85e9ef" providerId="AD"/>
  <p188:author id="{B6F8134B-68F8-DD23-E8D3-39F02F8AAA6A}" name="Stokes, Laura" initials="SL" userId="S::laura.stokes@abbott.com::80a2e662-96cd-4b94-bd6f-436d13c76b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100"/>
    <a:srgbClr val="C5EEFF"/>
    <a:srgbClr val="009CDE"/>
    <a:srgbClr val="F2F2F2"/>
    <a:srgbClr val="E88F18"/>
    <a:srgbClr val="38ACA8"/>
    <a:srgbClr val="52CCFF"/>
    <a:srgbClr val="E7E9EB"/>
    <a:srgbClr val="000000"/>
    <a:srgbClr val="DDA2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EA89FC-B4FC-7096-A619-68E217AF7066}" v="1188" dt="2025-06-17T21:19:56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Master" Target="slideMasters/slideMaster7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8D2ACB-7E40-FD76-300B-C34FB60392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A3E11-7EE6-5DC4-91DC-BC7BD7FBAF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539E8C5F-AD5B-4607-A963-D2230D1EA7EA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6E4EF-A259-E215-268B-B13B7FF3C3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A6906-6BFB-894D-E186-3E3A1758C9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A93083A0-44E4-4BDF-8E1F-3D1DDAE09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89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30CACB51-8D14-440C-91BF-85B1A45A03C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72A2DF72-05DA-4467-9449-73D2FCA52C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3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F0D854E5-EA0D-3D8E-2899-722AD2DA9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80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A2DF72-05DA-4467-9449-73D2FCA52C1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2940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2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2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5" Type="http://schemas.openxmlformats.org/officeDocument/2006/relationships/image" Target="../media/image6.png"/><Relationship Id="rId4" Type="http://schemas.openxmlformats.org/officeDocument/2006/relationships/image" Target="../media/image12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12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Relationship Id="rId4" Type="http://schemas.openxmlformats.org/officeDocument/2006/relationships/image" Target="../media/image10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Relationship Id="rId4" Type="http://schemas.openxmlformats.org/officeDocument/2006/relationships/image" Target="../media/image12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1.xml"/><Relationship Id="rId4" Type="http://schemas.openxmlformats.org/officeDocument/2006/relationships/image" Target="../media/image12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Relationship Id="rId4" Type="http://schemas.openxmlformats.org/officeDocument/2006/relationships/image" Target="../media/image12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Relationship Id="rId4" Type="http://schemas.openxmlformats.org/officeDocument/2006/relationships/image" Target="../media/image12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Relationship Id="rId4" Type="http://schemas.openxmlformats.org/officeDocument/2006/relationships/image" Target="../media/image12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Relationship Id="rId4" Type="http://schemas.openxmlformats.org/officeDocument/2006/relationships/image" Target="../media/image12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Relationship Id="rId4" Type="http://schemas.openxmlformats.org/officeDocument/2006/relationships/image" Target="../media/image12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Relationship Id="rId5" Type="http://schemas.openxmlformats.org/officeDocument/2006/relationships/image" Target="../media/image3.png"/><Relationship Id="rId4" Type="http://schemas.openxmlformats.org/officeDocument/2006/relationships/image" Target="../media/image12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Relationship Id="rId5" Type="http://schemas.openxmlformats.org/officeDocument/2006/relationships/image" Target="../media/image7.png"/><Relationship Id="rId4" Type="http://schemas.openxmlformats.org/officeDocument/2006/relationships/image" Target="../media/image12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Relationship Id="rId5" Type="http://schemas.openxmlformats.org/officeDocument/2006/relationships/image" Target="../media/image8.png"/><Relationship Id="rId4" Type="http://schemas.openxmlformats.org/officeDocument/2006/relationships/image" Target="../media/image12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Relationship Id="rId5" Type="http://schemas.openxmlformats.org/officeDocument/2006/relationships/image" Target="../media/image16.png"/><Relationship Id="rId4" Type="http://schemas.openxmlformats.org/officeDocument/2006/relationships/image" Target="../media/image12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4" Type="http://schemas.openxmlformats.org/officeDocument/2006/relationships/image" Target="../media/image12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4" Type="http://schemas.openxmlformats.org/officeDocument/2006/relationships/image" Target="../media/image17.emf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46.xml"/><Relationship Id="rId7" Type="http://schemas.openxmlformats.org/officeDocument/2006/relationships/oleObject" Target="../embeddings/oleObject23.bin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48.xml"/><Relationship Id="rId10" Type="http://schemas.microsoft.com/office/2007/relationships/hdphoto" Target="../media/hdphoto1.wdp"/><Relationship Id="rId4" Type="http://schemas.openxmlformats.org/officeDocument/2006/relationships/tags" Target="../tags/tag47.xml"/><Relationship Id="rId9" Type="http://schemas.openxmlformats.org/officeDocument/2006/relationships/image" Target="../media/image19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tags" Target="../tags/tag51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9" Type="http://schemas.openxmlformats.org/officeDocument/2006/relationships/image" Target="../media/image18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7" Type="http://schemas.microsoft.com/office/2007/relationships/hdphoto" Target="../media/hdphoto1.wdp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19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5.bin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4.xml"/><Relationship Id="rId1" Type="http://schemas.openxmlformats.org/officeDocument/2006/relationships/themeOverride" Target="../theme/themeOverride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8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12.emf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9.xml"/><Relationship Id="rId4" Type="http://schemas.openxmlformats.org/officeDocument/2006/relationships/image" Target="../media/image10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0.xml"/><Relationship Id="rId4" Type="http://schemas.openxmlformats.org/officeDocument/2006/relationships/image" Target="../media/image12.emf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1.xml"/><Relationship Id="rId5" Type="http://schemas.openxmlformats.org/officeDocument/2006/relationships/image" Target="../media/image3.png"/><Relationship Id="rId4" Type="http://schemas.openxmlformats.org/officeDocument/2006/relationships/image" Target="../media/image12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2.xml"/><Relationship Id="rId5" Type="http://schemas.openxmlformats.org/officeDocument/2006/relationships/image" Target="../media/image7.png"/><Relationship Id="rId4" Type="http://schemas.openxmlformats.org/officeDocument/2006/relationships/image" Target="../media/image12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3.xml"/><Relationship Id="rId5" Type="http://schemas.openxmlformats.org/officeDocument/2006/relationships/image" Target="../media/image8.png"/><Relationship Id="rId4" Type="http://schemas.openxmlformats.org/officeDocument/2006/relationships/image" Target="../media/image12.emf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4.xml"/><Relationship Id="rId5" Type="http://schemas.openxmlformats.org/officeDocument/2006/relationships/image" Target="../media/image16.png"/><Relationship Id="rId4" Type="http://schemas.openxmlformats.org/officeDocument/2006/relationships/image" Target="../media/image12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5.xml"/><Relationship Id="rId4" Type="http://schemas.openxmlformats.org/officeDocument/2006/relationships/image" Target="../media/image12.emf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66.xml"/><Relationship Id="rId4" Type="http://schemas.openxmlformats.org/officeDocument/2006/relationships/image" Target="../media/image17.emf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2.png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106739"/>
            <a:ext cx="10850880" cy="164592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59" y="2333308"/>
            <a:ext cx="10850879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4935539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6" y="182880"/>
            <a:ext cx="1584960" cy="1736075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C079E7-0338-4425-842D-F75F238C7B2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4879" y="272249"/>
            <a:ext cx="4123267" cy="429684"/>
          </a:xfrm>
          <a:prstGeom prst="rect">
            <a:avLst/>
          </a:prstGeom>
        </p:spPr>
        <p:txBody>
          <a:bodyPr anchor="ctr"/>
          <a:lstStyle>
            <a:lvl1pPr algn="r">
              <a:defRPr sz="1867" b="1" cap="all" spc="2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DESCRIPTOR</a:t>
            </a: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F64ACA33-B81E-4C40-A537-20D6B9A143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85120" y="6217920"/>
            <a:ext cx="1706880" cy="640080"/>
          </a:xfrm>
          <a:prstGeom prst="rect">
            <a:avLst/>
          </a:prstGeom>
        </p:spPr>
      </p:pic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E687D587-0D1D-D93B-B8BF-36A3381D9C01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042016" y="6356351"/>
            <a:ext cx="1050505" cy="36618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13-Jul-23</a:t>
            </a:r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4702B8A-7924-96A4-90C4-D319CC4D263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860076" y="6356351"/>
            <a:ext cx="5242561" cy="366183"/>
          </a:xfrm>
        </p:spPr>
        <p:txBody>
          <a:bodyPr/>
          <a:lstStyle/>
          <a:p>
            <a:pPr>
              <a:defRPr/>
            </a:pPr>
            <a:r>
              <a:rPr lang="en-US"/>
              <a:t>Digital Operating Model Recommendations</a:t>
            </a:r>
            <a:endParaRPr lang="en-IN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4C65610-34B4-02EE-BFBC-0D424EFB7B1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889411" y="6356351"/>
            <a:ext cx="757469" cy="366183"/>
          </a:xfrm>
        </p:spPr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7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106739"/>
            <a:ext cx="10850880" cy="1645920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1" y="2333308"/>
            <a:ext cx="10850879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4935539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6" y="182880"/>
            <a:ext cx="1584960" cy="173607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2" y="6427472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4B86A29-886E-42EB-8E62-80044AB822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4880" y="272250"/>
            <a:ext cx="4123267" cy="429684"/>
          </a:xfrm>
          <a:prstGeom prst="rect">
            <a:avLst/>
          </a:prstGeom>
        </p:spPr>
        <p:txBody>
          <a:bodyPr anchor="ctr"/>
          <a:lstStyle>
            <a:lvl1pPr algn="r">
              <a:defRPr sz="1867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DESCRIPTOR</a:t>
            </a:r>
          </a:p>
        </p:txBody>
      </p:sp>
    </p:spTree>
    <p:extLst>
      <p:ext uri="{BB962C8B-B14F-4D97-AF65-F5344CB8AC3E}">
        <p14:creationId xmlns:p14="http://schemas.microsoft.com/office/powerpoint/2010/main" val="373891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1840231"/>
            <a:ext cx="10850880" cy="1645920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1" y="1066800"/>
            <a:ext cx="10850879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3669031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8037" y="4969172"/>
            <a:ext cx="1584960" cy="173607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2" y="6427472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</p:spTree>
    <p:extLst>
      <p:ext uri="{BB962C8B-B14F-4D97-AF65-F5344CB8AC3E}">
        <p14:creationId xmlns:p14="http://schemas.microsoft.com/office/powerpoint/2010/main" val="60000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1" y="3106739"/>
            <a:ext cx="10850881" cy="1645920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1" y="2333308"/>
            <a:ext cx="1085088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4935539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68" y="87568"/>
            <a:ext cx="1781155" cy="193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88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Alternat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1" y="1840231"/>
            <a:ext cx="10850881" cy="1645920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1" y="1066800"/>
            <a:ext cx="1085088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3669031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F5A5-751C-47D5-AD67-F5C13DA7DE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528" y="4868400"/>
            <a:ext cx="1781155" cy="193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54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106739"/>
            <a:ext cx="10850880" cy="1645920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59" y="2333308"/>
            <a:ext cx="10850879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4935539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6" y="182880"/>
            <a:ext cx="1584960" cy="173607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4B86A29-886E-42EB-8E62-80044AB822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4879" y="272249"/>
            <a:ext cx="4123267" cy="429684"/>
          </a:xfrm>
          <a:prstGeom prst="rect">
            <a:avLst/>
          </a:prstGeom>
        </p:spPr>
        <p:txBody>
          <a:bodyPr anchor="ctr"/>
          <a:lstStyle>
            <a:lvl1pPr algn="r">
              <a:defRPr sz="1867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DESCRIPTOR</a:t>
            </a:r>
          </a:p>
        </p:txBody>
      </p:sp>
    </p:spTree>
    <p:extLst>
      <p:ext uri="{BB962C8B-B14F-4D97-AF65-F5344CB8AC3E}">
        <p14:creationId xmlns:p14="http://schemas.microsoft.com/office/powerpoint/2010/main" val="11709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1840231"/>
            <a:ext cx="10850880" cy="1645920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59" y="1066800"/>
            <a:ext cx="10850879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3669031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8037" y="4969171"/>
            <a:ext cx="1584960" cy="173607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</p:spTree>
    <p:extLst>
      <p:ext uri="{BB962C8B-B14F-4D97-AF65-F5344CB8AC3E}">
        <p14:creationId xmlns:p14="http://schemas.microsoft.com/office/powerpoint/2010/main" val="63608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Alternat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106739"/>
            <a:ext cx="10850881" cy="1645920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0" y="2333308"/>
            <a:ext cx="1085088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4935539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67" y="87567"/>
            <a:ext cx="1781155" cy="193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51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Alternat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1840231"/>
            <a:ext cx="10850881" cy="1645920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0" y="1066800"/>
            <a:ext cx="1085088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3669031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F5A5-751C-47D5-AD67-F5C13DA7DE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527" y="4868399"/>
            <a:ext cx="1781155" cy="193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93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CEC16E3-E9C3-470B-B2C9-CBD23EA986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60" y="1983739"/>
            <a:ext cx="10861040" cy="4233229"/>
          </a:xfrm>
        </p:spPr>
        <p:txBody>
          <a:bodyPr/>
          <a:lstStyle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984" y="1463039"/>
            <a:ext cx="1086061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BOLD, ABBOTT PRIMARY BLUE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0257E-A5F7-47F2-BCB5-BF684CDCDDF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1D82061-9C12-4B44-837D-BD77E95C7CC4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84F02-3528-4796-B761-E75F59E06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25CAD-0E7F-412A-A2E4-ACA5E42AF8D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858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78F9584-625D-462B-8192-C99B9E91AB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0F6E8C1B-F140-45B9-ADF1-1C3C657011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58" y="1463039"/>
            <a:ext cx="10861041" cy="4754879"/>
          </a:xfrm>
        </p:spPr>
        <p:txBody>
          <a:bodyPr/>
          <a:lstStyle>
            <a:lvl1pPr>
              <a:spcBef>
                <a:spcPts val="1600"/>
              </a:spcBef>
              <a:defRPr/>
            </a:lvl1pPr>
            <a:lvl2pPr>
              <a:spcBef>
                <a:spcPts val="1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AE4F8-4A35-4815-BCAE-2DEF5BFEC4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38EC72D-9942-4AFB-B581-64538EDDED7E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A9712-7611-460F-BBA1-965DC35A5A0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6DBEC-A477-4721-9AEB-6DA5B1D8A3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2466CF-9DE4-42FD-B4BE-46614812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51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_CALIBRI SUBHEA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2367392-CE3F-4A36-802E-43D377135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984" y="1463039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84001D6-32AA-4130-AA76-37D05FF0E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31280" y="1463039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1F77A952-6CFD-4B10-A39C-FBF9CCB45B5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0559" y="1983739"/>
            <a:ext cx="5089735" cy="4234179"/>
          </a:xfrm>
        </p:spPr>
        <p:txBody>
          <a:bodyPr>
            <a:noAutofit/>
          </a:bodyPr>
          <a:lstStyle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0756EC84-5A13-4571-BFB7-247BD6E93F5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31281" y="1983739"/>
            <a:ext cx="5089735" cy="4234179"/>
          </a:xfrm>
        </p:spPr>
        <p:txBody>
          <a:bodyPr>
            <a:noAutofit/>
          </a:bodyPr>
          <a:lstStyle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B479ED3-E6FF-4DA0-B9B5-59809FFAEF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310AD-6CAA-4788-94E2-A00CB4EDAD6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C26CB187-BA6C-4C24-838A-79338E1FBDFA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A85807-C4E2-4DC1-A4DC-B733652C584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6E6C4-2B39-46A3-861C-1D8545DFDAF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8E1389-D875-4A3C-85CC-2FF6F879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434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9A84B86-6CE3-4715-A01A-FECF8E99EC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F184EA7A-C14A-435C-84F4-DB8BC3A9A6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560" y="1463040"/>
            <a:ext cx="10838688" cy="10972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D0068BB-B539-4488-911A-96DC071FE8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984" y="2743201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C1F4580-228D-4976-BFA8-C2248824F3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1280" y="2743201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4073EB3D-18BB-4E2C-9D12-E03D0B6131B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0559" y="3263901"/>
            <a:ext cx="5089735" cy="2954017"/>
          </a:xfrm>
        </p:spPr>
        <p:txBody>
          <a:bodyPr>
            <a:noAutofit/>
          </a:bodyPr>
          <a:lstStyle>
            <a:lvl1pPr>
              <a:defRPr sz="1867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112F3581-3732-4A0B-8F51-60DBC2912C0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1281" y="3263901"/>
            <a:ext cx="5089735" cy="2954017"/>
          </a:xfrm>
        </p:spPr>
        <p:txBody>
          <a:bodyPr>
            <a:noAutofit/>
          </a:bodyPr>
          <a:lstStyle>
            <a:lvl1pPr>
              <a:defRPr sz="1867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7130C-27A5-4624-9DE7-54CCA5B6E68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23BE7E6-7230-4601-B21C-2EC85B8120B6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D77C1-A9B7-4C57-B330-C34B8588E4B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E347A-2097-4DC1-8FC4-1FBFBC563FC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079F95-85C8-47A7-9EDE-B17DE1BCA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591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6425185" y="0"/>
            <a:ext cx="5766815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828A00F-D1B4-4C3E-969E-375A3487E7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984" y="1463943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8B40350-90AF-4369-8B21-A237E4585B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984" y="2159957"/>
            <a:ext cx="508973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4DA2C74-7837-4DF6-A9E0-010AABA411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0559" y="2610322"/>
            <a:ext cx="5089735" cy="1442031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4384C29-B1D2-4169-8C59-6E4C6B7D22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0984" y="4316768"/>
            <a:ext cx="508973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312D5F6-81FC-4261-AED0-88E16C37278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0559" y="4767134"/>
            <a:ext cx="5089735" cy="1442029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65347-7CD3-4F10-8EF3-1278C80396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AB3A345B-64BC-495D-AC11-584006358A87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E929D-79C8-4A03-8A31-BDC679EAB2C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59128-8C19-4115-801D-638E5DDDF8D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5089733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466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7532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6D962-A904-455A-9FF2-A3FC930F678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2FAC416-5A96-491E-91F4-37DD3C42A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346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3FDA49B-BBFC-4479-BD4E-6B88C700E3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5768" y="1463943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C4C2575-A445-43B7-875C-641A76884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5768" y="2159957"/>
            <a:ext cx="508973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78DA63-FCCC-4EE0-AA5F-890A1063CF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5343" y="2610322"/>
            <a:ext cx="5089735" cy="1442031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FD7EDCF-7335-4524-B52F-5720399919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5768" y="4316768"/>
            <a:ext cx="508973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8041EA5-1907-45C9-B84F-05A0E02AB31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435343" y="4767134"/>
            <a:ext cx="5089735" cy="1442029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5C93F-ECF9-4556-AC7C-FA60927EA1A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A5DA0DAE-5B73-4DB4-BFE9-68A2027BBE5E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69AD8-8E84-41FF-B477-E769B006F37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59DF1-EAA0-48AE-9642-5890114712D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AE3F9D-0018-4E23-82DB-DD559B56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84" y="759459"/>
            <a:ext cx="5096256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104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Alternate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6425185" y="0"/>
            <a:ext cx="5766815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828A00F-D1B4-4C3E-969E-375A3487E7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984" y="1463943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4DA2C74-7837-4DF6-A9E0-010AABA411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0559" y="2159958"/>
            <a:ext cx="5089735" cy="4060927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7F0BF-1759-4538-B8D8-0064CA73DDB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D3A05BD-005F-4199-B366-3E22B5C6877A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FE4CA-4B98-48B6-B1EE-FD27EAF7A29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BBD30-0719-4938-BD49-A680D58627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62E712-D0C0-4F27-A890-045067D4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5089733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438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Alternate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7532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6D962-A904-455A-9FF2-A3FC930F678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2FAC416-5A96-491E-91F4-37DD3C42A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346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3FDA49B-BBFC-4479-BD4E-6B88C700E3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5768" y="1463943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78DA63-FCCC-4EE0-AA5F-890A1063CF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5343" y="2159958"/>
            <a:ext cx="5089735" cy="4060927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13800-11CE-477C-AE55-6CEC71C7CC1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A04BAF7-C1DF-46CE-A0B6-8E4D2C1904F5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F273E-1E19-49B4-B078-2C851563484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94424-AE09-468A-95DC-0699180FC4E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B94D7-D90B-4C16-A5BF-F2C3042C6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85" y="759459"/>
            <a:ext cx="5096255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1187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Char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DB57EE1-11D5-470C-B633-08E9CE6ABD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9C8B4ED-99D4-4FA7-951B-B230EC2B1E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615" y="1463943"/>
            <a:ext cx="10850880" cy="3657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CHART TITLE, CALIBRI, 18PT, BOLD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849D2D5-1C25-41F7-91C5-A575937D23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13" y="1826008"/>
            <a:ext cx="10850880" cy="365760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Second level for chart subtitle</a:t>
            </a:r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5F384281-9885-4DF1-AB32-7D6D158EC4B8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70560" y="2286000"/>
            <a:ext cx="10861040" cy="36576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806C5A9-06E4-4EA0-A5AC-FD02E44C15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6171250"/>
            <a:ext cx="10850880" cy="212366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spcBef>
                <a:spcPts val="267"/>
              </a:spcBef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Add footnote, source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2C435-71F6-4068-8A4B-8C697C1529D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7C5226D-FF73-4B67-BBA9-76A5932505F4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C25F0-DFF8-436D-8252-A061A91C145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2353F-0202-40BD-B19D-D4C9B9A0C62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B3C7C1-99C7-46EF-8247-FA3C97B6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5804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Table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E4099E12-93CF-4238-950D-B699BBED1B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FAF8700-F002-4A2F-B04A-6FE90BE6FD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615" y="1463943"/>
            <a:ext cx="10850880" cy="3657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table TITLE, CALIBRI, 18PT,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BF897FA-2891-4141-ADA3-1B87FB5BC5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13" y="1826008"/>
            <a:ext cx="10850880" cy="365760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Second level for table subtitle</a:t>
            </a:r>
          </a:p>
        </p:txBody>
      </p:sp>
      <p:sp>
        <p:nvSpPr>
          <p:cNvPr id="18" name="Table Placeholder 4">
            <a:extLst>
              <a:ext uri="{FF2B5EF4-FFF2-40B4-BE49-F238E27FC236}">
                <a16:creationId xmlns:a16="http://schemas.microsoft.com/office/drawing/2014/main" id="{2EA10139-92DE-45F7-A9D8-ABD6CC72C084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70560" y="2286000"/>
            <a:ext cx="10867987" cy="36576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347BBFB3-3E66-4180-AF12-56CA7F7553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6171250"/>
            <a:ext cx="10850880" cy="212366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spcBef>
                <a:spcPts val="267"/>
              </a:spcBef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Add footnote, source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2C66BA-D565-4011-B0A4-9903204CC06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5FFE1B60-B509-451C-8CF4-670E81F29D7E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8657A-366F-45A8-9F2D-9FBE15E1247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4FFD5-60B8-4C56-97EB-599229FD90B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78DA13-52C4-4A1D-BD59-DC0D557C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1798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marL="5035299" indent="0" algn="l">
              <a:tabLst/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B7A96-E0C8-46F1-B070-891752D196D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2" y="6427472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D57305E-F709-4E9E-B399-8D21F2A51F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3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C73EADF8-32AF-409A-AD0A-3134A5D09D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0561" y="1882587"/>
            <a:ext cx="5096255" cy="4335332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9AEB25F-FA40-4727-8C63-0FB00C65B1F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53B40CD-3D3A-47EB-AAC1-ADB0DEE7FDD7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0517F6-6DC6-4EDB-A0A3-3A25D9B2A02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E4568D-868E-42F7-926A-483A8A7B381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9B87BA-CB3B-4626-87FF-39721BA3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60"/>
            <a:ext cx="5096253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4578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0" rIns="0" anchor="ctr" anchorCtr="0"/>
          <a:lstStyle>
            <a:lvl1pPr marL="927054" indent="0" algn="l">
              <a:tabLst/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7FC738-9BF3-4608-8B8E-05D0C5B5F6D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2" y="6427472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273392E-BE16-4C3F-A463-7A7FC6BEE0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5186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679F6DF-FEFB-4C1A-A396-814197C11D8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25183" y="1882587"/>
            <a:ext cx="5096255" cy="4335332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552E6A-42EF-4270-B9A7-98DFF9C26B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4979B3D-D1A4-4D55-B380-D2C06BDD37F5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74A17B-B0E6-4C29-8975-C906D924799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86EBC0-A4B4-49A9-8E69-797CFD88D05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E04E43-6321-44FE-86E3-92363113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81" y="759460"/>
            <a:ext cx="5096259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5328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(L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marL="5035425" indent="0" algn="l">
              <a:tabLst/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B7A96-E0C8-46F1-B070-891752D196D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D57305E-F709-4E9E-B399-8D21F2A51F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C73EADF8-32AF-409A-AD0A-3134A5D09D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0559" y="1882587"/>
            <a:ext cx="5096255" cy="4335332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9AEB25F-FA40-4727-8C63-0FB00C65B1F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5DDB596-4499-4B2C-BA68-44049EC9DB29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0517F6-6DC6-4EDB-A0A3-3A25D9B2A02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E4568D-868E-42F7-926A-483A8A7B381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9B87BA-CB3B-4626-87FF-39721BA3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5096253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8822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(R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0" rIns="0" anchor="ctr" anchorCtr="0"/>
          <a:lstStyle>
            <a:lvl1pPr marL="927077" indent="0" algn="l">
              <a:tabLst/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7FC738-9BF3-4608-8B8E-05D0C5B5F6D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273392E-BE16-4C3F-A463-7A7FC6BEE0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5185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679F6DF-FEFB-4C1A-A396-814197C11D8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25182" y="1882587"/>
            <a:ext cx="5096255" cy="4335332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552E6A-42EF-4270-B9A7-98DFF9C26B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9FDAD5E-08A6-40DC-8F74-F6DA8796DA90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74A17B-B0E6-4C29-8975-C906D924799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86EBC0-A4B4-49A9-8E69-797CFD88D05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E04E43-6321-44FE-86E3-92363113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81" y="759459"/>
            <a:ext cx="5096259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764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773AC-CB5F-4692-8614-145FCB812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95818-CAA3-49D4-822D-78FB55358F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7492035-6B3C-4828-8167-2235EF361FCC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4A984-8C41-4A18-A4AB-486817760C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13B2C-626A-4182-93CD-E777AFAD57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BE9E2-7A7D-4BED-96F2-45B5703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8898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9B04E-CEBD-4F9E-A541-121DB0F5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3D09-3206-4094-ACCC-50868051B96D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CBFE7-5E00-4725-92DC-113FE1B9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8BA52-5212-4BC3-9F12-DB299DFC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7395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Dark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wrap="square"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5B31BE-5499-438F-8FC9-24D8712E9F2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2" y="6427472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9463D-7256-4F94-B053-694230DD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3BAB403-C826-4C59-986D-AA7535569BFB}" type="datetime5">
              <a:rPr lang="en-US" smtClean="0"/>
              <a:t>27-Jun-25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65850-E065-46A5-AFAB-25EE1243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E02CAF-4CC0-4859-963B-FC187D3C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8098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Purple">
    <p:bg bwMode="auto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9C12FC6-CE3D-4CC3-A382-14A18C7C6B1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2" y="6427472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A7879-8A49-4492-B223-248AB688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BE719-4AFD-4A78-B217-F89B3532C34F}" type="datetime5">
              <a:rPr lang="en-US" smtClean="0"/>
              <a:t>27-Jun-25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08BD4-DA66-4BD1-91B7-E89327F3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3C706-89A1-4AA5-9321-7F4CB3A9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6204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Mint">
    <p:bg bwMode="auto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2" y="6427472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FC3C2-5069-4B7A-9F14-6E1032BB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1BD193-AAE5-4F6E-8106-50F1B23EFA8C}" type="datetime5">
              <a:rPr lang="en-US" smtClean="0"/>
              <a:t>27-Jun-25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C2EC12-3F0B-463D-AC15-E276D69D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4A8CC4-8FBE-45E1-BB15-2672002D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6072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2" y="6427472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8435C-7AB2-499D-B9D2-7646859B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A4455-960E-46A3-BE3B-7D20F672D1AE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53D83-DC20-4A71-BEBA-E5BD8133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FF502C7-63A6-4765-B23E-CD59D755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3488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Solid Background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828800" y="2011680"/>
            <a:ext cx="9144000" cy="356616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200" b="0">
                <a:solidFill>
                  <a:schemeClr val="bg1"/>
                </a:solidFill>
                <a:latin typeface="+mj-lt"/>
              </a:defRPr>
            </a:lvl1pPr>
            <a:lvl2pPr marL="1828709" indent="-304784" algn="l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–"/>
              <a:defRPr sz="240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quote text</a:t>
            </a:r>
          </a:p>
          <a:p>
            <a:pPr lvl="1"/>
            <a:r>
              <a:rPr lang="en-US"/>
              <a:t>Second level for attribution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501EA9-08EC-4F43-BB57-5CF4837F22E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2" y="6427472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D6453-5C41-4AA1-8206-B28E31B4B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CE22F2-954C-4AC0-AFE5-71E11E42D011}" type="datetime5">
              <a:rPr lang="en-US" smtClean="0"/>
              <a:t>27-Jun-25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15091-8BEE-4EAD-A12E-FE3FD48546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7B97B-43D6-430D-9C83-B8A0A56555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9874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Dark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wrap="square"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5B31BE-5499-438F-8FC9-24D8712E9F2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9463D-7256-4F94-B053-694230DD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D8F6CF-AFFD-465E-8973-0318F6795499}" type="datetime5">
              <a:rPr lang="en-US" smtClean="0"/>
              <a:t>27-Jun-25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65850-E065-46A5-AFAB-25EE1243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E02CAF-4CC0-4859-963B-FC187D3C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485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Purple">
    <p:bg bwMode="auto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9C12FC6-CE3D-4CC3-A382-14A18C7C6B1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A7879-8A49-4492-B223-248AB688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EF627F-FFA5-4E86-BF8B-33D9923864E7}" type="datetime5">
              <a:rPr lang="en-US" smtClean="0"/>
              <a:t>27-Jun-25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08BD4-DA66-4BD1-91B7-E89327F3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3C706-89A1-4AA5-9321-7F4CB3A9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0309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Mint">
    <p:bg bwMode="auto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FC3C2-5069-4B7A-9F14-6E1032BB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9D1755B-1EE2-4CFA-AB8A-494F10B9A878}" type="datetime5">
              <a:rPr lang="en-US" smtClean="0"/>
              <a:t>27-Jun-25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C2EC12-3F0B-463D-AC15-E276D69D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4A8CC4-8FBE-45E1-BB15-2672002D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4715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8435C-7AB2-499D-B9D2-7646859B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C38A-84B7-4C89-989A-54BC8B22771C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53D83-DC20-4A71-BEBA-E5BD8133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FF502C7-63A6-4765-B23E-CD59D755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1230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with Solid Background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828800" y="2011680"/>
            <a:ext cx="9144000" cy="356616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200" b="0">
                <a:solidFill>
                  <a:schemeClr val="bg1"/>
                </a:solidFill>
                <a:latin typeface="+mj-lt"/>
              </a:defRPr>
            </a:lvl1pPr>
            <a:lvl2pPr marL="1828754" indent="-304792" algn="l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–"/>
              <a:defRPr sz="240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quote text</a:t>
            </a:r>
          </a:p>
          <a:p>
            <a:pPr lvl="1"/>
            <a:r>
              <a:rPr lang="en-US"/>
              <a:t>Second level for attribution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501EA9-08EC-4F43-BB57-5CF4837F22E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D6453-5C41-4AA1-8206-B28E31B4B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8444DA-4AC8-4310-8631-37D68D81B30A}" type="datetime5">
              <a:rPr lang="en-US" smtClean="0"/>
              <a:t>27-Jun-25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15091-8BEE-4EAD-A12E-FE3FD48546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7B97B-43D6-430D-9C83-B8A0A56555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3119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3255" y="1608463"/>
            <a:ext cx="3345492" cy="364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42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BE25BFE-C141-9744-B07B-AF2EDC4463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4190" y="1253124"/>
            <a:ext cx="5043620" cy="435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6269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9D5804C8-119A-4621-B885-F0B59F0C2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451" y="1418928"/>
            <a:ext cx="3670853" cy="399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41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CA73EC50-27B9-4304-8A26-2A1CE79D62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347" y="524540"/>
            <a:ext cx="6313544" cy="581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960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CEC16E3-E9C3-470B-B2C9-CBD23EA986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60" y="1983739"/>
            <a:ext cx="10861040" cy="4233229"/>
          </a:xfrm>
        </p:spPr>
        <p:txBody>
          <a:bodyPr/>
          <a:lstStyle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984" y="1463039"/>
            <a:ext cx="1086061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BOLD, ABBOTT PRIMARY BLUE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0257E-A5F7-47F2-BCB5-BF684CDCDDF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1D82061-9C12-4B44-837D-BD77E95C7CC4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84F02-3528-4796-B761-E75F59E06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25CAD-0E7F-412A-A2E4-ACA5E42AF8D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8674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50527"/>
      </p:ext>
    </p:extLst>
  </p:cSld>
  <p:clrMapOvr>
    <a:masterClrMapping/>
  </p:clrMapOvr>
  <p:hf hdr="0" ft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58CE712-1902-00C9-7AD0-C6B6E74877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5932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8CE712-1902-00C9-7AD0-C6B6E74877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106739"/>
            <a:ext cx="10850880" cy="1645920"/>
          </a:xfrm>
        </p:spPr>
        <p:txBody>
          <a:bodyPr vert="horz"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59" y="2333308"/>
            <a:ext cx="10850879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Graphik Bold" panose="020B0503030202060203" pitchFamily="34" charset="0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4935539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6" y="182880"/>
            <a:ext cx="1584960" cy="173607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Graphik Regular" panose="020B0503030202060203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4B86A29-886E-42EB-8E62-80044AB822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4879" y="272249"/>
            <a:ext cx="4123267" cy="429684"/>
          </a:xfrm>
          <a:prstGeom prst="rect">
            <a:avLst/>
          </a:prstGeom>
        </p:spPr>
        <p:txBody>
          <a:bodyPr anchor="ctr"/>
          <a:lstStyle>
            <a:lvl1pPr algn="r">
              <a:defRPr sz="1867" b="1" cap="all" spc="200" baseline="0">
                <a:solidFill>
                  <a:schemeClr val="bg1"/>
                </a:solidFill>
                <a:latin typeface="Graphik Bold" panose="020B0503030202060203" pitchFamily="34" charset="0"/>
              </a:defRPr>
            </a:lvl1pPr>
          </a:lstStyle>
          <a:p>
            <a:pPr lvl="0"/>
            <a:r>
              <a:rPr lang="en-US"/>
              <a:t>OPTIONAL DESCRIPTOR</a:t>
            </a:r>
          </a:p>
        </p:txBody>
      </p:sp>
      <p:pic>
        <p:nvPicPr>
          <p:cNvPr id="8" name="Graphic 5">
            <a:extLst>
              <a:ext uri="{FF2B5EF4-FFF2-40B4-BE49-F238E27FC236}">
                <a16:creationId xmlns:a16="http://schemas.microsoft.com/office/drawing/2014/main" id="{0104BA5E-2A75-4071-87CA-E6B3C87AEED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84164" y="6149034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5248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8DB30BA-0CC2-3756-C9FE-A919A232DA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79852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8DB30BA-0CC2-3756-C9FE-A919A232DA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1840231"/>
            <a:ext cx="10850880" cy="1645920"/>
          </a:xfrm>
        </p:spPr>
        <p:txBody>
          <a:bodyPr vert="horz"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59" y="1066800"/>
            <a:ext cx="10850879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Graphik Bold" panose="020B0503030202060203" pitchFamily="34" charset="0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3669031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8037" y="4969171"/>
            <a:ext cx="1584960" cy="173607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Graphik Regular" panose="020B0503030202060203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pic>
        <p:nvPicPr>
          <p:cNvPr id="8" name="Graphic 5">
            <a:extLst>
              <a:ext uri="{FF2B5EF4-FFF2-40B4-BE49-F238E27FC236}">
                <a16:creationId xmlns:a16="http://schemas.microsoft.com/office/drawing/2014/main" id="{DFE4E198-8592-4FE0-BE90-C05D8FAFE0C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84164" y="229327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074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E5518D9-6F8F-CAC8-D76B-7116FDFDDF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63776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5518D9-6F8F-CAC8-D76B-7116FDFDDF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106739"/>
            <a:ext cx="10850881" cy="1645920"/>
          </a:xfrm>
        </p:spPr>
        <p:txBody>
          <a:bodyPr vert="horz"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0" y="2333308"/>
            <a:ext cx="1085088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3"/>
                </a:solidFill>
                <a:latin typeface="Graphik Bold" panose="020B0503030202060203" pitchFamily="34" charset="0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4935539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67" y="87567"/>
            <a:ext cx="1781155" cy="193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070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Alternat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E4B7D57-A937-20AD-FB03-9E80AD7C9C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90824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E4B7D57-A937-20AD-FB03-9E80AD7C9C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1840231"/>
            <a:ext cx="10850881" cy="1645920"/>
          </a:xfrm>
        </p:spPr>
        <p:txBody>
          <a:bodyPr vert="horz"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0" y="1066800"/>
            <a:ext cx="1085088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3"/>
                </a:solidFill>
                <a:latin typeface="Graphik Bold" panose="020B0503030202060203" pitchFamily="34" charset="0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3669031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F5A5-751C-47D5-AD67-F5C13DA7DEE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527" y="4868399"/>
            <a:ext cx="1781155" cy="193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272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846FE66-11C9-431D-A1EE-94E4038FF8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0374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846FE66-11C9-431D-A1EE-94E4038FF8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6" y="308753"/>
            <a:ext cx="11404085" cy="520701"/>
          </a:xfrm>
        </p:spPr>
        <p:txBody>
          <a:bodyPr vert="horz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5574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_CALIBRI SUBHEA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AEAE44B-A1EF-4556-AB2D-255A2F0292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6768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EAE44B-A1EF-4556-AB2D-255A2F0292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2367392-CE3F-4A36-802E-43D377135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984" y="1463039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Graphik Bold" panose="020B0503030202060203" pitchFamily="34" charset="0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84001D6-32AA-4130-AA76-37D05FF0E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31280" y="1463039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Graphik Bold" panose="020B0503030202060203" pitchFamily="34" charset="0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1F77A952-6CFD-4B10-A39C-FBF9CCB45B5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0559" y="1983739"/>
            <a:ext cx="5089735" cy="4234179"/>
          </a:xfrm>
        </p:spPr>
        <p:txBody>
          <a:bodyPr>
            <a:noAutofit/>
          </a:bodyPr>
          <a:lstStyle>
            <a:lvl1pPr>
              <a:defRPr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0756EC84-5A13-4571-BFB7-247BD6E93F5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31281" y="1983739"/>
            <a:ext cx="5089735" cy="4234179"/>
          </a:xfrm>
        </p:spPr>
        <p:txBody>
          <a:bodyPr>
            <a:noAutofit/>
          </a:bodyPr>
          <a:lstStyle>
            <a:lvl1pPr>
              <a:defRPr/>
            </a:lvl1pPr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310AD-6CAA-4788-94E2-A00CB4EDAD6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/>
          <a:lstStyle/>
          <a:p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A85807-C4E2-4DC1-A4DC-B733652C584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/>
          <a:lstStyle>
            <a:lvl1pPr>
              <a:defRPr>
                <a:latin typeface="Graphik Regular" panose="020B0503030202060203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6E6C4-2B39-46A3-861C-1D8545DFDAF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8E1389-D875-4A3C-85CC-2FF6F879D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6" y="308753"/>
            <a:ext cx="11404085" cy="520701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2464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6B48283-1F5D-BC95-F7DC-335988EDA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6809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6B48283-1F5D-BC95-F7DC-335988EDA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F184EA7A-C14A-435C-84F4-DB8BC3A9A6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560" y="1463040"/>
            <a:ext cx="10838688" cy="10972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D0068BB-B539-4488-911A-96DC071FE8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984" y="2743201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Graphik Bold" panose="020B0503030202060203" pitchFamily="34" charset="0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C1F4580-228D-4976-BFA8-C2248824F3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1280" y="2743201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Graphik Bold" panose="020B0503030202060203" pitchFamily="34" charset="0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4073EB3D-18BB-4E2C-9D12-E03D0B6131B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0559" y="3263901"/>
            <a:ext cx="5089735" cy="2954017"/>
          </a:xfrm>
        </p:spPr>
        <p:txBody>
          <a:bodyPr>
            <a:noAutofit/>
          </a:bodyPr>
          <a:lstStyle>
            <a:lvl1pPr>
              <a:defRPr sz="1867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112F3581-3732-4A0B-8F51-60DBC2912C0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1281" y="3263901"/>
            <a:ext cx="5089735" cy="2954017"/>
          </a:xfrm>
        </p:spPr>
        <p:txBody>
          <a:bodyPr>
            <a:noAutofit/>
          </a:bodyPr>
          <a:lstStyle>
            <a:lvl1pPr>
              <a:defRPr sz="1867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7130C-27A5-4624-9DE7-54CCA5B6E680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/>
          <a:lstStyle/>
          <a:p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D77C1-A9B7-4C57-B330-C34B8588E4B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/>
          <a:lstStyle>
            <a:lvl1pPr>
              <a:defRPr>
                <a:latin typeface="Graphik Regular" panose="020B0503030202060203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E347A-2097-4DC1-8FC4-1FBFBC563FC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079F95-85C8-47A7-9EDE-B17DE1BCA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6" y="308753"/>
            <a:ext cx="11404085" cy="520701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7606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Dark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296CCAB-AA2B-17E4-BF2C-9BAD2F3989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53623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96CCAB-AA2B-17E4-BF2C-9BAD2F3989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vert="horz" wrap="square"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bg1"/>
                </a:solidFill>
                <a:latin typeface="Graphik Bold" panose="020B0503030202060203" pitchFamily="34" charset="0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30E01D-ACA8-8F48-8A20-AD4AFB728592}"/>
              </a:ext>
            </a:extLst>
          </p:cNvPr>
          <p:cNvCxnSpPr/>
          <p:nvPr userDrawn="1"/>
        </p:nvCxnSpPr>
        <p:spPr>
          <a:xfrm>
            <a:off x="1287416" y="6465295"/>
            <a:ext cx="0" cy="250759"/>
          </a:xfrm>
          <a:prstGeom prst="line">
            <a:avLst/>
          </a:prstGeom>
          <a:solidFill>
            <a:schemeClr val="tx1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black and white logo&#10;&#10;Description automatically generated">
            <a:extLst>
              <a:ext uri="{FF2B5EF4-FFF2-40B4-BE49-F238E27FC236}">
                <a16:creationId xmlns:a16="http://schemas.microsoft.com/office/drawing/2014/main" id="{E1DC6DC8-F43A-D2D4-DBCB-76FBCFE5AD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82396" y="6467833"/>
            <a:ext cx="784150" cy="207104"/>
          </a:xfrm>
          <a:prstGeom prst="rect">
            <a:avLst/>
          </a:prstGeom>
        </p:spPr>
      </p:pic>
      <p:pic>
        <p:nvPicPr>
          <p:cNvPr id="18" name="Picture 17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1B7DE81A-3BEE-B7FB-B048-19CBB6D5D38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408287" y="6502235"/>
            <a:ext cx="835685" cy="20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48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Dark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296CCAB-AA2B-17E4-BF2C-9BAD2F3989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53623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96CCAB-AA2B-17E4-BF2C-9BAD2F3989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vert="horz" wrap="square"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bg1"/>
                </a:solidFill>
                <a:latin typeface="Graphik Bold" panose="020B0503030202060203" pitchFamily="34" charset="0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5B31BE-5499-438F-8FC9-24D8712E9F2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Graphik Regular" panose="020B0503030202060203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9463D-7256-4F94-B053-694230DD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65850-E065-46A5-AFAB-25EE1243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E02CAF-4CC0-4859-963B-FC187D3C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87933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Purple">
    <p:bg bwMode="auto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4D7D616-A30E-BF9B-6E40-E9F544DEB6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89972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4D7D616-A30E-BF9B-6E40-E9F544DEB6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vert="horz"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bg1"/>
                </a:solidFill>
                <a:latin typeface="Graphik Bold" panose="020B0503030202060203" pitchFamily="34" charset="0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9C12FC6-CE3D-4CC3-A382-14A18C7C6B1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Graphik Regular" panose="020B0503030202060203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A7879-8A49-4492-B223-248AB688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08BD4-DA66-4BD1-91B7-E89327F3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3C706-89A1-4AA5-9321-7F4CB3A9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9919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Mint">
    <p:bg bwMode="auto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0EFD160-2898-78E3-557C-60613B9C51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08484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EFD160-2898-78E3-557C-60613B9C51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vert="horz"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Graphik Bold" panose="020B0503030202060203" pitchFamily="34" charset="0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accent1"/>
                </a:solidFill>
                <a:latin typeface="Graphik Regular" panose="020B0503030202060203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FC3C2-5069-4B7A-9F14-6E1032BB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C2EC12-3F0B-463D-AC15-E276D69D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Graphik Regular" panose="020B0503030202060203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4A8CC4-8FBE-45E1-BB15-2672002D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934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508ACC6-44A9-14AE-E87E-586D2637D1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01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08ACC6-44A9-14AE-E87E-586D2637D1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vert="horz"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accent3"/>
                </a:solidFill>
                <a:latin typeface="Graphik Bold" panose="020B0503030202060203" pitchFamily="34" charset="0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tx1"/>
                </a:solidFill>
                <a:latin typeface="Graphik Regular" panose="020B0503030202060203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8435C-7AB2-499D-B9D2-7646859B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/>
          <a:lstStyle/>
          <a:p>
            <a:endParaRPr lang="en-IN" sz="1333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53D83-DC20-4A71-BEBA-E5BD8133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/>
          <a:lstStyle>
            <a:lvl1pPr>
              <a:defRPr>
                <a:latin typeface="Graphik Regular" panose="020B0503030202060203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FF502C7-63A6-4765-B23E-CD59D755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2468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Solid Background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9DB58D0-AF5B-3A1C-5A14-5D86F2929B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1204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DB58D0-AF5B-3A1C-5A14-5D86F2929B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828800" y="2011680"/>
            <a:ext cx="9144000" cy="356616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200" b="0">
                <a:solidFill>
                  <a:schemeClr val="bg1"/>
                </a:solidFill>
                <a:latin typeface="+mj-lt"/>
              </a:defRPr>
            </a:lvl1pPr>
            <a:lvl2pPr marL="1828754" indent="-304792" algn="l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–"/>
              <a:defRPr sz="240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quote text</a:t>
            </a:r>
          </a:p>
          <a:p>
            <a:pPr lvl="1"/>
            <a:r>
              <a:rPr lang="en-US"/>
              <a:t>Second level for attribution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501EA9-08EC-4F43-BB57-5CF4837F22E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Graphik Regular" panose="020B0503030202060203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D6453-5C41-4AA1-8206-B28E31B4BDF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15091-8BEE-4EAD-A12E-FE3FD48546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7B97B-43D6-430D-9C83-B8A0A56555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3744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9EF6D26-6B3F-491F-2E10-D5AFFCC8F5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2413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EF6D26-6B3F-491F-2E10-D5AFFCC8F5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_symbol_wordm_below_w_rgb-01.png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3255" y="1608463"/>
            <a:ext cx="3345492" cy="364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264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DA2B747-07E2-0FD2-3D89-B149767DC6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49533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A2B747-07E2-0FD2-3D89-B149767DC6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BE25BFE-C141-9744-B07B-AF2EDC44630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4190" y="1253124"/>
            <a:ext cx="5043620" cy="435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29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8D265BC-2759-F18D-3AB6-B5A3CA93FF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053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D265BC-2759-F18D-3AB6-B5A3CA93FF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9D5804C8-119A-4621-B885-F0B59F0C231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451" y="1418928"/>
            <a:ext cx="3670853" cy="399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739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AB57DAE-9F69-9613-7591-D747790000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41306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B57DAE-9F69-9613-7591-D747790000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CA73EC50-27B9-4304-8A26-2A1CE79D62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347" y="524540"/>
            <a:ext cx="6313544" cy="581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237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A601406-07AA-57BB-E430-A1ADCB629F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0007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601406-07AA-57BB-E430-A1ADCB629F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A42DA1F-B005-4FEF-879D-9FCFE7FB1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91D3C-3E44-4E1F-B3CB-B52C6D352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7B111-2A7D-492E-AAEA-2AC2ED5B35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925BC-12C1-43AA-889C-9E4296AB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/>
          <a:lstStyle>
            <a:lvl1pPr>
              <a:defRPr>
                <a:latin typeface="Graphik Regular" panose="020B050303020206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0AC79-DBED-45DE-B397-5902DBAB1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/>
          <a:lstStyle/>
          <a:p>
            <a:fld id="{932249D1-A9A7-41E0-B615-BC650C076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8087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0BD84AF-9FDB-4391-880E-570C054ED2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989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0BD84AF-9FDB-4391-880E-570C054ED2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27210"/>
            <a:ext cx="11468100" cy="424630"/>
          </a:xfrm>
        </p:spPr>
        <p:txBody>
          <a:bodyPr vert="horz"/>
          <a:lstStyle>
            <a:lvl1pPr>
              <a:defRPr sz="2800"/>
            </a:lvl1pPr>
          </a:lstStyle>
          <a:p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805843"/>
            <a:ext cx="11468100" cy="249299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BE04CDC-9268-D2A4-2A99-EC6D96A4F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058" y="6504058"/>
            <a:ext cx="247042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800" spc="-40" baseline="0">
                <a:solidFill>
                  <a:schemeClr val="tx1"/>
                </a:solidFill>
              </a:defRPr>
            </a:lvl1pPr>
          </a:lstStyle>
          <a:p>
            <a:fld id="{0AE1FFAB-E171-455B-9038-C4EED3267AD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889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612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CE063-97CA-4022-8D8E-B0FFF27ADB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3" y="836713"/>
            <a:ext cx="11474448" cy="720179"/>
          </a:xfrm>
        </p:spPr>
        <p:txBody>
          <a:bodyPr lIns="0" tIns="0" rIns="0" bIns="0"/>
          <a:lstStyle>
            <a:lvl1pPr>
              <a:lnSpc>
                <a:spcPct val="80000"/>
              </a:lnSpc>
              <a:defRPr lang="en-US" sz="2400" b="0" i="0" kern="1200" cap="all" spc="0" baseline="0" dirty="0">
                <a:solidFill>
                  <a:schemeClr val="accent1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defRPr>
            </a:lvl1pPr>
          </a:lstStyle>
          <a:p>
            <a:pPr lvl="0"/>
            <a:r>
              <a:rPr lang="en-US"/>
              <a:t>Click to edit Subtitle style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A0DC0F54-F49E-4B8A-A7FE-E19D46DF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4557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66589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D901E-593B-4AB2-9D9A-C6B9BA2754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2696"/>
            <a:ext cx="11288484" cy="422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spcAft>
                <a:spcPts val="600"/>
              </a:spcAft>
              <a:defRPr sz="16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Title Placeholder 11">
            <a:extLst>
              <a:ext uri="{FF2B5EF4-FFF2-40B4-BE49-F238E27FC236}">
                <a16:creationId xmlns:a16="http://schemas.microsoft.com/office/drawing/2014/main" id="{D8C9965D-2F7D-4D24-8F3A-6852FB7719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16069"/>
            <a:ext cx="11288484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80000"/>
              </a:lnSpc>
              <a:defRPr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8509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438525"/>
          </a:xfrm>
        </p:spPr>
        <p:txBody>
          <a:bodyPr/>
          <a:lstStyle>
            <a:lvl1pPr>
              <a:defRPr sz="3198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D428306-5556-DF44-A46D-200EAC9006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2" y="819525"/>
            <a:ext cx="11429999" cy="4572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>
                <a:solidFill>
                  <a:schemeClr val="accent1"/>
                </a:solidFill>
                <a:latin typeface="GT Sectra Fine Rg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1045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Slides A - Title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lnSpc>
                <a:spcPts val="1167"/>
              </a:lnSpc>
              <a:defRPr/>
            </a:lvl4pPr>
            <a:lvl5pPr>
              <a:lnSpc>
                <a:spcPts val="1167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ACA1EF-0415-2842-B83C-E07AC30A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t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392392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EA03F79-EFC1-40BD-AF13-A85C4E682C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955" y="620570"/>
            <a:ext cx="9076108" cy="828483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3999"/>
            </a:lvl1pPr>
          </a:lstStyle>
          <a:p>
            <a:pPr lvl="0"/>
            <a:r>
              <a:rPr lang="pl-PL"/>
              <a:t>Headline here</a:t>
            </a:r>
          </a:p>
          <a:p>
            <a:pPr lvl="1"/>
            <a:r>
              <a:rPr lang="pl-PL"/>
              <a:t>Subline here</a:t>
            </a: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4949E527-E2F6-B711-F03B-3B8F8333CF1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042016" y="6356351"/>
            <a:ext cx="1050505" cy="366183"/>
          </a:xfrm>
        </p:spPr>
        <p:txBody>
          <a:bodyPr/>
          <a:lstStyle>
            <a:lvl1pPr>
              <a:defRPr/>
            </a:lvl1pPr>
          </a:lstStyle>
          <a:p>
            <a:fld id="{1D56E4D0-0A90-4A73-8A55-F35A2465E654}" type="datetime5">
              <a:rPr lang="en-US" smtClean="0"/>
              <a:t>27-Jun-25</a:t>
            </a:fld>
            <a:endParaRPr lang="en-IN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1C8B221-C42E-6C82-7937-A0C4476B07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860076" y="6356351"/>
            <a:ext cx="5242561" cy="366183"/>
          </a:xfrm>
        </p:spPr>
        <p:txBody>
          <a:bodyPr/>
          <a:lstStyle/>
          <a:p>
            <a:pPr>
              <a:defRPr/>
            </a:pPr>
            <a:r>
              <a:rPr lang="en-US"/>
              <a:t>Digital Operating Model - Initiative Scopes</a:t>
            </a:r>
            <a:endParaRPr lang="en-IN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6F3B52B-BD4F-F8B8-DCA0-610CC3A1B9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889411" y="6356351"/>
            <a:ext cx="757469" cy="366183"/>
          </a:xfrm>
        </p:spPr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021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0562" y="800101"/>
            <a:ext cx="10850879" cy="480060"/>
          </a:xfrm>
        </p:spPr>
        <p:txBody>
          <a:bodyPr/>
          <a:lstStyle>
            <a:lvl1pPr>
              <a:defRPr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F1B05F3-90A1-4152-BCA8-1DCF754545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3" y="451288"/>
            <a:ext cx="6989233" cy="333489"/>
          </a:xfrm>
        </p:spPr>
        <p:txBody>
          <a:bodyPr>
            <a:spAutoFit/>
          </a:bodyPr>
          <a:lstStyle>
            <a:lvl1pPr>
              <a:defRPr sz="1867" b="0" cap="all" spc="200" baseline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DCA97A-B984-4931-A011-7D0A78A841A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49A81F8-710A-4430-A40C-371CB006925D}" type="datetime5">
              <a:rPr lang="en-US" smtClean="0">
                <a:solidFill>
                  <a:srgbClr val="000000"/>
                </a:solidFill>
              </a:rPr>
              <a:t>27-Jun-25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BD38F-7964-45BE-9462-5B789458CF5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885E78-1F86-4A3D-9EE1-B0103B1CEF15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32278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773AC-CB5F-4692-8614-145FCB812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C1305F-D3BD-495F-A822-63C6580AD64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16-Dec-22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D59791-1874-4F07-8449-D2D03019D66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Co-Ideation Session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B9BFA-5FDD-4AC4-A424-6EEECDD782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C1F33A-8343-4B48-B5FB-2346941A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86813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0560" y="800100"/>
            <a:ext cx="10850880" cy="476251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70560" y="1462088"/>
            <a:ext cx="10850880" cy="4754880"/>
          </a:xfrm>
        </p:spPr>
        <p:txBody>
          <a:bodyPr/>
          <a:lstStyle>
            <a:lvl2pPr>
              <a:defRPr sz="2133"/>
            </a:lvl2pPr>
            <a:lvl3pPr marL="465655" indent="-237061">
              <a:tabLst/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2" y="451287"/>
            <a:ext cx="6989233" cy="333489"/>
          </a:xfrm>
        </p:spPr>
        <p:txBody>
          <a:bodyPr>
            <a:spAutoFit/>
          </a:bodyPr>
          <a:lstStyle>
            <a:lvl1pPr>
              <a:defRPr sz="1867" b="0" cap="all" spc="200" baseline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981595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87022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0800" y="5714128"/>
            <a:ext cx="9726795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1" y="4927934"/>
            <a:ext cx="9726795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1" y="2418192"/>
            <a:ext cx="9726795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711BA9-06A9-4CE7-8636-EB81212E81E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941" y="508869"/>
            <a:ext cx="1291725" cy="1472331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69B8E74-31AC-49BA-A5D6-5F91F68E21B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7002982" y="6687900"/>
            <a:ext cx="4634282" cy="123111"/>
          </a:xfrm>
          <a:prstGeom prst="rect">
            <a:avLst/>
          </a:prstGeom>
        </p:spPr>
        <p:txBody>
          <a:bodyPr vert="horz" wrap="none" lIns="0" tIns="0" rIns="0" bIns="0" anchor="b" anchorCtr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chemeClr val="bg1"/>
                </a:solidFill>
              </a:rPr>
              <a:t>CONFIDENTIAL AND PROPRIETARY; SUBJECT TO ABBOTT LEGAL AND COMPLIANCE REVIEW</a:t>
            </a:r>
          </a:p>
        </p:txBody>
      </p:sp>
    </p:spTree>
    <p:extLst>
      <p:ext uri="{BB962C8B-B14F-4D97-AF65-F5344CB8AC3E}">
        <p14:creationId xmlns:p14="http://schemas.microsoft.com/office/powerpoint/2010/main" val="304187615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Do not remove" hidden="1">
            <a:extLst>
              <a:ext uri="{FF2B5EF4-FFF2-40B4-BE49-F238E27FC236}">
                <a16:creationId xmlns:a16="http://schemas.microsoft.com/office/drawing/2014/main" id="{005F8537-2A74-4CB0-AC44-FC291B084CB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 cap="sq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>
              <a:solidFill>
                <a:schemeClr val="bg1"/>
              </a:solidFill>
            </a:endParaRPr>
          </a:p>
        </p:txBody>
      </p:sp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168403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710090" y="6685788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6762153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1961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7C6723-2EC8-4B37-A518-0AB681C6F77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71441" y="2375171"/>
            <a:ext cx="1849120" cy="210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3639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0560" y="800100"/>
            <a:ext cx="10850880" cy="476251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70560" y="1462088"/>
            <a:ext cx="10850880" cy="4754880"/>
          </a:xfrm>
        </p:spPr>
        <p:txBody>
          <a:bodyPr/>
          <a:lstStyle>
            <a:lvl2pPr>
              <a:defRPr sz="2133"/>
            </a:lvl2pPr>
            <a:lvl3pPr marL="465655" indent="-237061">
              <a:tabLst/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2" y="451287"/>
            <a:ext cx="6989233" cy="333489"/>
          </a:xfrm>
        </p:spPr>
        <p:txBody>
          <a:bodyPr>
            <a:spAutoFit/>
          </a:bodyPr>
          <a:lstStyle>
            <a:lvl1pPr>
              <a:defRPr sz="1867" b="0" cap="all" spc="200" baseline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90985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54150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-GTS left-image bkgn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2318274"/>
            <a:ext cx="7040753" cy="2221455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594">
              <a:spcAft>
                <a:spcPts val="1200"/>
              </a:spcAft>
            </a:pPr>
            <a:endParaRPr lang="en-US" sz="1800" noProof="0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57CEA836-D473-4B59-8004-6D9249EB770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042017" y="6356353"/>
            <a:ext cx="1050505" cy="366183"/>
          </a:xfrm>
        </p:spPr>
        <p:txBody>
          <a:bodyPr/>
          <a:lstStyle/>
          <a:p>
            <a:fld id="{3B4F94CE-EE53-4FB3-917F-548043A4481F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EBB8ABE-9D16-4006-A7D6-7B43F00442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889412" y="6356353"/>
            <a:ext cx="757469" cy="366183"/>
          </a:xfrm>
        </p:spPr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D0BA4B9A-AC89-42DF-9A22-5C0E75B97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60077" y="6356353"/>
            <a:ext cx="5242561" cy="36618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Digital Operating Model Project Kickoff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620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58CE712-1902-00C9-7AD0-C6B6E74877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5932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8CE712-1902-00C9-7AD0-C6B6E74877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106739"/>
            <a:ext cx="10850880" cy="1645920"/>
          </a:xfrm>
        </p:spPr>
        <p:txBody>
          <a:bodyPr vert="horz"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59" y="2333308"/>
            <a:ext cx="10850879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Graphik Bold" panose="020B0503030202060203" pitchFamily="34" charset="0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4935539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6" y="182880"/>
            <a:ext cx="1584960" cy="173607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Graphik Regular" panose="020B0503030202060203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4B86A29-886E-42EB-8E62-80044AB822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4879" y="272249"/>
            <a:ext cx="4123267" cy="429684"/>
          </a:xfrm>
          <a:prstGeom prst="rect">
            <a:avLst/>
          </a:prstGeom>
        </p:spPr>
        <p:txBody>
          <a:bodyPr anchor="ctr"/>
          <a:lstStyle>
            <a:lvl1pPr algn="r">
              <a:defRPr sz="1867" b="1" cap="all" spc="200" baseline="0">
                <a:solidFill>
                  <a:schemeClr val="bg1"/>
                </a:solidFill>
                <a:latin typeface="Graphik Bold" panose="020B0503030202060203" pitchFamily="34" charset="0"/>
              </a:defRPr>
            </a:lvl1pPr>
          </a:lstStyle>
          <a:p>
            <a:pPr lvl="0"/>
            <a:r>
              <a:rPr lang="en-US"/>
              <a:t>OPTIONAL DESCRIPTOR</a:t>
            </a:r>
          </a:p>
        </p:txBody>
      </p:sp>
      <p:pic>
        <p:nvPicPr>
          <p:cNvPr id="8" name="Graphic 5">
            <a:extLst>
              <a:ext uri="{FF2B5EF4-FFF2-40B4-BE49-F238E27FC236}">
                <a16:creationId xmlns:a16="http://schemas.microsoft.com/office/drawing/2014/main" id="{0104BA5E-2A75-4071-87CA-E6B3C87AEED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84164" y="6149034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002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846FE66-11C9-431D-A1EE-94E4038FF8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0374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846FE66-11C9-431D-A1EE-94E4038FF8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6" y="308753"/>
            <a:ext cx="11404085" cy="520701"/>
          </a:xfrm>
        </p:spPr>
        <p:txBody>
          <a:bodyPr vert="horz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28261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Solid Background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9DB58D0-AF5B-3A1C-5A14-5D86F2929B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1204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DB58D0-AF5B-3A1C-5A14-5D86F2929B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828800" y="2011680"/>
            <a:ext cx="9144000" cy="356616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200" b="0">
                <a:solidFill>
                  <a:schemeClr val="bg1"/>
                </a:solidFill>
                <a:latin typeface="+mj-lt"/>
              </a:defRPr>
            </a:lvl1pPr>
            <a:lvl2pPr marL="1828754" indent="-304792" algn="l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–"/>
              <a:defRPr sz="240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quote text</a:t>
            </a:r>
          </a:p>
          <a:p>
            <a:pPr lvl="1"/>
            <a:r>
              <a:rPr lang="en-US"/>
              <a:t>Second level for attribution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501EA9-08EC-4F43-BB57-5CF4837F22E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Graphik Regular" panose="020B0503030202060203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D6453-5C41-4AA1-8206-B28E31B4BDF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15091-8BEE-4EAD-A12E-FE3FD48546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Graphik Regular" panose="020B0503030202060203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7B97B-43D6-430D-9C83-B8A0A56555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09263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9EF6D26-6B3F-491F-2E10-D5AFFCC8F5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2413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EF6D26-6B3F-491F-2E10-D5AFFCC8F5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_symbol_wordm_below_w_rgb-01.png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3255" y="1608463"/>
            <a:ext cx="3345492" cy="364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2736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DA2B747-07E2-0FD2-3D89-B149767DC6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49533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A2B747-07E2-0FD2-3D89-B149767DC6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BE25BFE-C141-9744-B07B-AF2EDC44630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4190" y="1253124"/>
            <a:ext cx="5043620" cy="435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7215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8D265BC-2759-F18D-3AB6-B5A3CA93FF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053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D265BC-2759-F18D-3AB6-B5A3CA93FF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9D5804C8-119A-4621-B885-F0B59F0C231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451" y="1418928"/>
            <a:ext cx="3670853" cy="399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8616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AB57DAE-9F69-9613-7591-D747790000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41306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B57DAE-9F69-9613-7591-D747790000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CA73EC50-27B9-4304-8A26-2A1CE79D62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347" y="524540"/>
            <a:ext cx="6313544" cy="581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83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A601406-07AA-57BB-E430-A1ADCB629F2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0007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601406-07AA-57BB-E430-A1ADCB629F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A42DA1F-B005-4FEF-879D-9FCFE7FB1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91D3C-3E44-4E1F-B3CB-B52C6D352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747352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0BD84AF-9FDB-4391-880E-570C054ED2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989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0BD84AF-9FDB-4391-880E-570C054ED2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27210"/>
            <a:ext cx="11468100" cy="424630"/>
          </a:xfrm>
        </p:spPr>
        <p:txBody>
          <a:bodyPr vert="horz"/>
          <a:lstStyle>
            <a:lvl1pPr>
              <a:defRPr sz="2800"/>
            </a:lvl1pPr>
          </a:lstStyle>
          <a:p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805843"/>
            <a:ext cx="11468100" cy="249299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/>
              <a:t>Place subtitle here 20pt</a:t>
            </a:r>
          </a:p>
        </p:txBody>
      </p:sp>
    </p:spTree>
    <p:extLst>
      <p:ext uri="{BB962C8B-B14F-4D97-AF65-F5344CB8AC3E}">
        <p14:creationId xmlns:p14="http://schemas.microsoft.com/office/powerpoint/2010/main" val="2734350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438525"/>
          </a:xfrm>
        </p:spPr>
        <p:txBody>
          <a:bodyPr/>
          <a:lstStyle>
            <a:lvl1pPr>
              <a:defRPr sz="3198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D428306-5556-DF44-A46D-200EAC9006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2" y="819525"/>
            <a:ext cx="11429999" cy="4572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>
                <a:solidFill>
                  <a:schemeClr val="accent1"/>
                </a:solidFill>
                <a:latin typeface="GT Sectra Fine Rg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8349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Slides A - Title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lnSpc>
                <a:spcPts val="1167"/>
              </a:lnSpc>
              <a:defRPr/>
            </a:lvl4pPr>
            <a:lvl5pPr>
              <a:lnSpc>
                <a:spcPts val="1167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ACA1EF-0415-2842-B83C-E07AC30A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t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386669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773AC-CB5F-4692-8614-145FCB812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C1305F-D3BD-495F-A822-63C6580AD64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16-Dec-22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D59791-1874-4F07-8449-D2D03019D66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B9BFA-5FDD-4AC4-A424-6EEECDD782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C1F33A-8343-4B48-B5FB-2346941A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51228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0560" y="800100"/>
            <a:ext cx="10850880" cy="476251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70560" y="1462088"/>
            <a:ext cx="10850880" cy="4754880"/>
          </a:xfrm>
        </p:spPr>
        <p:txBody>
          <a:bodyPr/>
          <a:lstStyle>
            <a:lvl2pPr>
              <a:defRPr sz="2133"/>
            </a:lvl2pPr>
            <a:lvl3pPr marL="465655" indent="-237061">
              <a:tabLst/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2" y="451287"/>
            <a:ext cx="6989233" cy="333489"/>
          </a:xfrm>
        </p:spPr>
        <p:txBody>
          <a:bodyPr>
            <a:spAutoFit/>
          </a:bodyPr>
          <a:lstStyle>
            <a:lvl1pPr>
              <a:defRPr sz="1867" b="0" cap="all" spc="200" baseline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970582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_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AE1C28B-9EF2-4E83-9EA3-38316A1092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1" y="685800"/>
            <a:ext cx="8445500" cy="415498"/>
          </a:xfrm>
        </p:spPr>
        <p:txBody>
          <a:bodyPr anchor="t" anchorCtr="0">
            <a:spAutoFit/>
          </a:bodyPr>
          <a:lstStyle>
            <a:lvl1pPr>
              <a:defRPr/>
            </a:lvl1pPr>
          </a:lstStyle>
          <a:p>
            <a:r>
              <a:rPr lang="en-US"/>
              <a:t>Title goes here</a:t>
            </a:r>
            <a:endParaRPr lang="en-AU"/>
          </a:p>
        </p:txBody>
      </p:sp>
      <p:sp>
        <p:nvSpPr>
          <p:cNvPr id="8" name="Text Placeholder 236">
            <a:extLst>
              <a:ext uri="{FF2B5EF4-FFF2-40B4-BE49-F238E27FC236}">
                <a16:creationId xmlns:a16="http://schemas.microsoft.com/office/drawing/2014/main" id="{AF85D247-CA85-7442-BEC5-0EEF850AAC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8641" y="365760"/>
            <a:ext cx="8225509" cy="139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lnSpc>
                <a:spcPct val="110000"/>
              </a:lnSpc>
              <a:defRPr sz="900" b="0" i="0">
                <a:solidFill>
                  <a:schemeClr val="bg1">
                    <a:lumMod val="65000"/>
                  </a:schemeClr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AU"/>
              <a:t>SECTION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C1268CE-ABDF-BD41-A432-92A56196D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3088" y="6538810"/>
            <a:ext cx="216000" cy="140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Graphik Medium" panose="020B0503030202060203" pitchFamily="34" charset="77"/>
              </a:defRPr>
            </a:lvl1pPr>
          </a:lstStyle>
          <a:p>
            <a:fld id="{EF2F7A32-C1EA-4F7E-B0A2-7FCB5BFE90DE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920269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78F9584-625D-462B-8192-C99B9E91AB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0F6E8C1B-F140-45B9-ADF1-1C3C657011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58" y="1463039"/>
            <a:ext cx="10861041" cy="4754879"/>
          </a:xfrm>
        </p:spPr>
        <p:txBody>
          <a:bodyPr/>
          <a:lstStyle>
            <a:lvl1pPr>
              <a:spcBef>
                <a:spcPts val="1600"/>
              </a:spcBef>
              <a:defRPr>
                <a:latin typeface="+mn-lt"/>
              </a:defRPr>
            </a:lvl1pPr>
            <a:lvl2pPr>
              <a:spcBef>
                <a:spcPts val="1600"/>
              </a:spcBef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2466CF-9DE4-42FD-B4BE-46614812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AC1C6E90-CBDC-4FF9-EEC3-19F0203D4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z="1200" smtClean="0"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‹#›</a:t>
            </a:fld>
            <a:endParaRPr lang="en-IN" sz="12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938473A7-9FAB-C70A-BAFE-A0869E00F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kumimoji="0" lang="en-US" sz="1200" b="0" i="0" u="none" strike="noStrike" kern="1200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6565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A08-4228-1240-B745-761FE95B3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252" y="136525"/>
            <a:ext cx="10515600" cy="1325563"/>
          </a:xfrm>
        </p:spPr>
        <p:txBody>
          <a:bodyPr>
            <a:normAutofit/>
          </a:bodyPr>
          <a:lstStyle>
            <a:lvl1pPr>
              <a:defRPr sz="3200" b="1">
                <a:latin typeface="Georgia" panose="02040502050405020303" pitchFamily="18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6234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2BE9E2-7A7D-4BED-96F2-45B5703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Footer Placeholder 16">
            <a:extLst>
              <a:ext uri="{FF2B5EF4-FFF2-40B4-BE49-F238E27FC236}">
                <a16:creationId xmlns:a16="http://schemas.microsoft.com/office/drawing/2014/main" id="{14C797B0-73B1-8DDC-CFA1-4FC4CB8A5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5756" y="6356351"/>
            <a:ext cx="5242561" cy="36618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Enter title via "insert&gt;header and footer&gt;footer"  |  </a:t>
            </a:r>
            <a:endParaRPr lang="en-IN"/>
          </a:p>
        </p:txBody>
      </p:sp>
      <p:sp>
        <p:nvSpPr>
          <p:cNvPr id="4" name="Slide Number Placeholder 17">
            <a:extLst>
              <a:ext uri="{FF2B5EF4-FFF2-40B4-BE49-F238E27FC236}">
                <a16:creationId xmlns:a16="http://schemas.microsoft.com/office/drawing/2014/main" id="{70E65B9B-E185-9A93-B8E1-1E3F73889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B0B02A48-F548-EA7E-18D4-84C636D537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18317" y="6356351"/>
            <a:ext cx="1474204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/>
                </a:solidFill>
              </a:defRPr>
            </a:lvl1pPr>
          </a:lstStyle>
          <a:p>
            <a:fld id="{AA47DF73-3C1E-4206-AAAA-3F057212F0E5}" type="datetime5">
              <a:rPr lang="en-US" sz="1333" smtClean="0"/>
              <a:t>27-Jun-25</a:t>
            </a:fld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156711397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Lay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750BA6-3BD3-43D4-92C6-A1A38869B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CEEAADB-4671-465D-AE09-CF767FAB57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2743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Slides A - 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64DA-EDD2-984F-906B-A99AB45C7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17">
            <a:extLst>
              <a:ext uri="{FF2B5EF4-FFF2-40B4-BE49-F238E27FC236}">
                <a16:creationId xmlns:a16="http://schemas.microsoft.com/office/drawing/2014/main" id="{FD2BFB70-A3EB-FDA8-F708-593939C86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z="1200" smtClean="0"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‹#›</a:t>
            </a:fld>
            <a:endParaRPr lang="en-IN" sz="12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8F28E8-DB8E-5A52-41AA-05855F84B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kumimoji="0" lang="en-US" sz="1200" b="0" i="0" u="none" strike="noStrike" kern="1200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4DA1190-0359-495D-B1CE-E5CDD8A7A1F4}" type="datetime5">
              <a:rPr lang="en-US" smtClean="0"/>
              <a:pPr/>
              <a:t>27-Jun-25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6279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Slides A - Title,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493520"/>
            <a:ext cx="5372100" cy="4683443"/>
          </a:xfrm>
        </p:spPr>
        <p:txBody>
          <a:bodyPr/>
          <a:lstStyle>
            <a:lvl4pPr>
              <a:lnSpc>
                <a:spcPts val="1167"/>
              </a:lnSpc>
              <a:defRPr/>
            </a:lvl4pPr>
            <a:lvl5pPr>
              <a:lnSpc>
                <a:spcPts val="1167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6502" y="1493520"/>
            <a:ext cx="5501638" cy="4683443"/>
          </a:xfrm>
        </p:spPr>
        <p:txBody>
          <a:bodyPr/>
          <a:lstStyle>
            <a:lvl4pPr>
              <a:lnSpc>
                <a:spcPts val="1167"/>
              </a:lnSpc>
              <a:defRPr/>
            </a:lvl4pPr>
            <a:lvl5pPr>
              <a:lnSpc>
                <a:spcPts val="1167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7F261D-F1C2-EB44-B502-DA063653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17">
            <a:extLst>
              <a:ext uri="{FF2B5EF4-FFF2-40B4-BE49-F238E27FC236}">
                <a16:creationId xmlns:a16="http://schemas.microsoft.com/office/drawing/2014/main" id="{409429F6-4290-71F6-B91C-3E0B8987A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z="1200" smtClean="0"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‹#›</a:t>
            </a:fld>
            <a:endParaRPr lang="en-IN" sz="12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986C3F65-3A1E-A5FC-F872-C7DFBF2B8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kumimoji="0" lang="en-US" sz="1200" b="0" i="0" u="none" strike="noStrike" kern="1200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4DA1190-0359-495D-B1CE-E5CDD8A7A1F4}" type="datetime5">
              <a:rPr lang="en-US" smtClean="0"/>
              <a:pPr/>
              <a:t>27-Jun-25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54802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3" y="381002"/>
            <a:ext cx="11429999" cy="52772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17">
            <a:extLst>
              <a:ext uri="{FF2B5EF4-FFF2-40B4-BE49-F238E27FC236}">
                <a16:creationId xmlns:a16="http://schemas.microsoft.com/office/drawing/2014/main" id="{5A0C109A-CEC7-38A3-6E56-0964BF375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7B2119CD-3B2D-4CEB-B404-D2E3F8CD6D69}" type="slidenum">
              <a:rPr lang="en-IN" sz="1200" smtClean="0"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‹#›</a:t>
            </a:fld>
            <a:endParaRPr lang="en-IN" sz="12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41493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A4D4-7DA4-E546-9579-3DD5EBFF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CR" sz="2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CR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0DFD832-D7B8-45A5-8F2C-8D47416D0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2372" y="6453962"/>
            <a:ext cx="2905712" cy="1538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GB" sz="900" kern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2022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E86C24C4-F3F3-4E73-9BD5-AF18561E0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784" y="6416897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lang="en-US" sz="900" kern="12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4841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D901E-593B-4AB2-9D9A-C6B9BA2754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42696"/>
            <a:ext cx="11288484" cy="4222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spcAft>
                <a:spcPts val="600"/>
              </a:spcAft>
              <a:defRPr sz="16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Title Placeholder 11">
            <a:extLst>
              <a:ext uri="{FF2B5EF4-FFF2-40B4-BE49-F238E27FC236}">
                <a16:creationId xmlns:a16="http://schemas.microsoft.com/office/drawing/2014/main" id="{D8C9965D-2F7D-4D24-8F3A-6852FB7719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16069"/>
            <a:ext cx="11288484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80000"/>
              </a:lnSpc>
              <a:defRPr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51F72B9-0064-4231-AC44-E3E5C80C4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2372" y="6453962"/>
            <a:ext cx="2905712" cy="1538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GB" sz="900" kern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US"/>
              <a:t>Copyright © 2022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3E93647-3BED-4B0C-9EDF-BD8A28450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784" y="6416897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lang="en-US" sz="900" kern="12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95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 Dark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wrap="square"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5B31BE-5499-438F-8FC9-24D8712E9F2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12" name="Footer Placeholder 16">
            <a:extLst>
              <a:ext uri="{FF2B5EF4-FFF2-40B4-BE49-F238E27FC236}">
                <a16:creationId xmlns:a16="http://schemas.microsoft.com/office/drawing/2014/main" id="{125485CA-47BC-3756-E97A-5AD7F9599591}"/>
              </a:ext>
            </a:extLst>
          </p:cNvPr>
          <p:cNvSpPr txBox="1">
            <a:spLocks/>
          </p:cNvSpPr>
          <p:nvPr userDrawn="1"/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Optimized Processes &amp; Standards- Future State Readout</a:t>
            </a:r>
            <a:endParaRPr lang="en-IN" sz="120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17">
            <a:extLst>
              <a:ext uri="{FF2B5EF4-FFF2-40B4-BE49-F238E27FC236}">
                <a16:creationId xmlns:a16="http://schemas.microsoft.com/office/drawing/2014/main" id="{8851256B-C013-0153-08F2-F5030DD56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z="1200" smtClean="0"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‹#›</a:t>
            </a:fld>
            <a:endParaRPr lang="en-IN" sz="12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14695DC7-F184-3CA3-C331-8A38A7F0A9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kumimoji="0" lang="en-US" sz="12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4DA1190-0359-495D-B1CE-E5CDD8A7A1F4}" type="datetime5">
              <a:rPr lang="en-US" smtClean="0"/>
              <a:pPr/>
              <a:t>27-Jun-25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146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Section Header Mint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D1A0707-28DD-4723-AF8C-1C71B544D4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108959"/>
            <a:ext cx="10972800" cy="1645920"/>
          </a:xfrm>
          <a:prstGeom prst="rect">
            <a:avLst/>
          </a:prstGeom>
        </p:spPr>
        <p:txBody>
          <a:bodyPr wrap="square" rIns="0" bIns="0" anchor="t">
            <a:noAutofit/>
          </a:bodyPr>
          <a:lstStyle>
            <a:lvl1pPr algn="l">
              <a:lnSpc>
                <a:spcPct val="80000"/>
              </a:lnSpc>
              <a:defRPr sz="5600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transition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5E9FDF-AC1C-E8CA-D37D-EF130FF422C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609600" y="2331720"/>
            <a:ext cx="1097280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67078EE-FB56-5AAE-E5F5-C703D74A76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8E56C-CD95-5A8A-B7C8-351C44D4CA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5830" y="599637"/>
            <a:ext cx="1232827" cy="325606"/>
          </a:xfrm>
          <a:prstGeom prst="rect">
            <a:avLst/>
          </a:prstGeom>
        </p:spPr>
      </p:pic>
      <p:sp>
        <p:nvSpPr>
          <p:cNvPr id="10" name="Date Placeholder 15">
            <a:extLst>
              <a:ext uri="{FF2B5EF4-FFF2-40B4-BE49-F238E27FC236}">
                <a16:creationId xmlns:a16="http://schemas.microsoft.com/office/drawing/2014/main" id="{F3BD404C-2C4E-1CA9-75B6-C05AD94A9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4933773"/>
            <a:ext cx="2743200" cy="365125"/>
          </a:xfrm>
          <a:prstGeom prst="rect">
            <a:avLst/>
          </a:prstGeom>
        </p:spPr>
        <p:txBody>
          <a:bodyPr lIns="0" tIns="0"/>
          <a:lstStyle>
            <a:lvl1pPr>
              <a:defRPr lang="en-US" sz="1600" b="0" i="0" smtClean="0">
                <a:solidFill>
                  <a:schemeClr val="bg1"/>
                </a:solidFill>
              </a:defRPr>
            </a:lvl1pPr>
          </a:lstStyle>
          <a:p>
            <a:pPr marL="0" indent="0">
              <a:buFontTx/>
              <a:buNone/>
            </a:pPr>
            <a:endParaRPr lang="en-US"/>
          </a:p>
        </p:txBody>
      </p:sp>
      <p:pic>
        <p:nvPicPr>
          <p:cNvPr id="12" name="Picture 2" descr="Abbott Laboratories Inc. - CMOCRO">
            <a:extLst>
              <a:ext uri="{FF2B5EF4-FFF2-40B4-BE49-F238E27FC236}">
                <a16:creationId xmlns:a16="http://schemas.microsoft.com/office/drawing/2014/main" id="{63472204-E197-1D22-3736-1BAEC9AE10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656407"/>
            <a:ext cx="1415620" cy="35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E6241B-45D9-94DF-FCC6-EBC8440C94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8649" y="588486"/>
            <a:ext cx="3333750" cy="193899"/>
          </a:xfrm>
        </p:spPr>
        <p:txBody>
          <a:bodyPr rIns="0" bIns="0" anchor="ctr">
            <a:spAutoFit/>
          </a:bodyPr>
          <a:lstStyle>
            <a:lvl1pPr>
              <a:defRPr lang="en-US" sz="1400" smtClean="0">
                <a:solidFill>
                  <a:schemeClr val="bg1"/>
                </a:solidFill>
                <a:cs typeface="+mn-cs"/>
              </a:defRPr>
            </a:lvl1pPr>
            <a:lvl2pPr marL="457200" indent="0">
              <a:buNone/>
              <a:defRPr lang="en-US" smtClean="0">
                <a:solidFill>
                  <a:schemeClr val="tx1"/>
                </a:solidFill>
              </a:defRPr>
            </a:lvl2pPr>
            <a:lvl3pPr>
              <a:defRPr lang="en-US" sz="2000" smtClean="0"/>
            </a:lvl3pPr>
            <a:lvl4pPr>
              <a:defRPr lang="en-US" sz="1800" smtClean="0">
                <a:solidFill>
                  <a:schemeClr val="tx1"/>
                </a:solidFill>
              </a:defRPr>
            </a:lvl4pPr>
            <a:lvl5pPr>
              <a:defRPr lang="en-US" sz="1800">
                <a:solidFill>
                  <a:schemeClr val="tx1"/>
                </a:solidFill>
              </a:defRPr>
            </a:lvl5pPr>
          </a:lstStyle>
          <a:p>
            <a:pPr marL="0" lvl="0" indent="0"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/>
              <a:t>Optional descriptor</a:t>
            </a:r>
          </a:p>
        </p:txBody>
      </p:sp>
    </p:spTree>
    <p:extLst>
      <p:ext uri="{BB962C8B-B14F-4D97-AF65-F5344CB8AC3E}">
        <p14:creationId xmlns:p14="http://schemas.microsoft.com/office/powerpoint/2010/main" val="405479835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55600"/>
            <a:ext cx="6989233" cy="215444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400" b="0" cap="all" spc="20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443198"/>
          </a:xfrm>
          <a:prstGeom prst="rect">
            <a:avLst/>
          </a:prstGeom>
        </p:spPr>
        <p:txBody>
          <a:bodyPr rIns="0" bIns="0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CE663-41B0-43D6-23B1-5E27A16C19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tx1"/>
                </a:solidFill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3" name="Slide Number Placeholder 17">
            <a:extLst>
              <a:ext uri="{FF2B5EF4-FFF2-40B4-BE49-F238E27FC236}">
                <a16:creationId xmlns:a16="http://schemas.microsoft.com/office/drawing/2014/main" id="{48BF0568-5535-7226-0798-D7B9E7617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4931" y="6411027"/>
            <a:ext cx="757469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 |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387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orient="horz" pos="1008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55600"/>
            <a:ext cx="6989233" cy="215444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400" b="0" cap="all" spc="20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443198"/>
          </a:xfrm>
          <a:prstGeom prst="rect">
            <a:avLst/>
          </a:prstGeom>
        </p:spPr>
        <p:txBody>
          <a:bodyPr rIns="0" bIns="0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CE663-41B0-43D6-23B1-5E27A16C19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tx1"/>
                </a:solidFill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8F5206-D1E6-BCED-05C0-898BE88571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" y="1333501"/>
            <a:ext cx="10972800" cy="4838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C539B8-1980-FD15-3155-21CC8506782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4931" y="6411027"/>
            <a:ext cx="757469" cy="184666"/>
          </a:xfrm>
        </p:spPr>
        <p:txBody>
          <a:bodyPr/>
          <a:lstStyle/>
          <a:p>
            <a:pPr>
              <a:defRPr/>
            </a:pPr>
            <a:r>
              <a:rPr lang="en-IN"/>
              <a:t> |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505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orient="horz" pos="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443198"/>
          </a:xfrm>
          <a:prstGeom prst="rect">
            <a:avLst/>
          </a:prstGeom>
        </p:spPr>
        <p:txBody>
          <a:bodyPr rIns="0" bIns="0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CE663-41B0-43D6-23B1-5E27A16C19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tx1"/>
                </a:solidFill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8F5206-D1E6-BCED-05C0-898BE88571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" y="1333501"/>
            <a:ext cx="10972800" cy="4838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DF6588-CACF-DD79-BEA1-3204F8D7B73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4931" y="6411027"/>
            <a:ext cx="757469" cy="184666"/>
          </a:xfrm>
        </p:spPr>
        <p:txBody>
          <a:bodyPr/>
          <a:lstStyle/>
          <a:p>
            <a:pPr>
              <a:defRPr/>
            </a:pPr>
            <a:r>
              <a:rPr lang="en-IN"/>
              <a:t> |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71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orient="horz" pos="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55600"/>
            <a:ext cx="6989233" cy="215444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400" b="0" cap="all" spc="20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1617389"/>
            <a:ext cx="10972800" cy="276999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800" b="1" cap="all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443198"/>
          </a:xfrm>
          <a:prstGeom prst="rect">
            <a:avLst/>
          </a:prstGeom>
        </p:spPr>
        <p:txBody>
          <a:bodyPr rIns="0" bIns="0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CE663-41B0-43D6-23B1-5E27A16C19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tx1"/>
                </a:solidFill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8F5206-D1E6-BCED-05C0-898BE88571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" y="2054855"/>
            <a:ext cx="10972800" cy="41173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5ADB64-41DA-A535-2686-E0E5100F1C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4931" y="6411027"/>
            <a:ext cx="757469" cy="184666"/>
          </a:xfrm>
        </p:spPr>
        <p:txBody>
          <a:bodyPr/>
          <a:lstStyle/>
          <a:p>
            <a:pPr>
              <a:defRPr/>
            </a:pPr>
            <a:r>
              <a:rPr lang="en-IN"/>
              <a:t> |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938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orient="horz" pos="1008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55600"/>
            <a:ext cx="6989233" cy="215444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400" b="0" cap="all" spc="20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1617389"/>
            <a:ext cx="10972800" cy="276999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800" b="1" cap="all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443198"/>
          </a:xfrm>
          <a:prstGeom prst="rect">
            <a:avLst/>
          </a:prstGeom>
        </p:spPr>
        <p:txBody>
          <a:bodyPr rIns="0" bIns="0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CE663-41B0-43D6-23B1-5E27A16C19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tx1"/>
                </a:solidFill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8F5206-D1E6-BCED-05C0-898BE88571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" y="2054855"/>
            <a:ext cx="10972800" cy="41173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DE3F45-0A25-1058-2D95-767B2F8E4F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4931" y="6411027"/>
            <a:ext cx="757469" cy="184666"/>
          </a:xfrm>
        </p:spPr>
        <p:txBody>
          <a:bodyPr/>
          <a:lstStyle/>
          <a:p>
            <a:pPr>
              <a:defRPr/>
            </a:pPr>
            <a:r>
              <a:rPr lang="en-IN"/>
              <a:t> |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310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orient="horz" pos="1008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55600"/>
            <a:ext cx="6989233" cy="215444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400" b="0" cap="all" spc="20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44524"/>
            <a:ext cx="5120640" cy="276999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8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443198"/>
          </a:xfrm>
          <a:prstGeom prst="rect">
            <a:avLst/>
          </a:prstGeom>
        </p:spPr>
        <p:txBody>
          <a:bodyPr rIns="0" bIns="0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CE663-41B0-43D6-23B1-5E27A16C19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tx1"/>
                </a:solidFill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8F5206-D1E6-BCED-05C0-898BE88571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" y="2681990"/>
            <a:ext cx="5120640" cy="3490210"/>
          </a:xfrm>
          <a:prstGeom prst="rect">
            <a:avLst/>
          </a:prstGeom>
        </p:spPr>
        <p:txBody>
          <a:bodyPr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3AA33AA-AC35-3453-8176-2998142D44B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61760" y="2244524"/>
            <a:ext cx="5120640" cy="276999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8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6C71995-CE77-91D9-CAFA-8A505EC3D3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61760" y="2681990"/>
            <a:ext cx="5120640" cy="3490210"/>
          </a:xfrm>
          <a:prstGeom prst="rect">
            <a:avLst/>
          </a:prstGeom>
        </p:spPr>
        <p:txBody>
          <a:bodyPr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4DC1444-35B9-26C1-324B-473CC71BA7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1409700"/>
            <a:ext cx="10972800" cy="6477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marL="182880" marR="0" lvl="0" indent="-182880" algn="l" defTabSz="121917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Subtitle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542AC76D-C690-0E3C-B4E6-E8FA011E0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4931" y="6411027"/>
            <a:ext cx="757469" cy="184666"/>
          </a:xfrm>
        </p:spPr>
        <p:txBody>
          <a:bodyPr/>
          <a:lstStyle/>
          <a:p>
            <a:pPr>
              <a:defRPr/>
            </a:pPr>
            <a:r>
              <a:rPr lang="en-IN"/>
              <a:t> |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121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orient="horz" pos="1008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55600"/>
            <a:ext cx="5604387" cy="215444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400" b="0" cap="all" spc="20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2244524"/>
            <a:ext cx="5604387" cy="276999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8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5604387" cy="443198"/>
          </a:xfrm>
          <a:prstGeom prst="rect">
            <a:avLst/>
          </a:prstGeom>
        </p:spPr>
        <p:txBody>
          <a:bodyPr rIns="0" bIns="0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CE663-41B0-43D6-23B1-5E27A16C19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tx1"/>
                </a:solidFill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8F5206-D1E6-BCED-05C0-898BE88571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2681990"/>
            <a:ext cx="5604387" cy="1341370"/>
          </a:xfrm>
          <a:prstGeom prst="rect">
            <a:avLst/>
          </a:prstGeom>
        </p:spPr>
        <p:txBody>
          <a:bodyPr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4DC1444-35B9-26C1-324B-473CC71BA7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1409700"/>
            <a:ext cx="5604387" cy="6477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marL="182880" marR="0" lvl="0" indent="-182880" algn="l" defTabSz="121917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Subtitle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F4F7503-858E-0865-309E-3511E7F0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599" y="4393364"/>
            <a:ext cx="5604387" cy="276999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8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B4B0860-8623-04D7-64DF-1D12D51465E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9" y="4830830"/>
            <a:ext cx="5604387" cy="1341370"/>
          </a:xfrm>
          <a:prstGeom prst="rect">
            <a:avLst/>
          </a:prstGeom>
        </p:spPr>
        <p:txBody>
          <a:bodyPr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FC34913-6040-8295-F7DA-B7C5926874E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438900" y="0"/>
            <a:ext cx="5753100" cy="6172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03B0EE-4D57-B30F-6CA4-F368F4F0BF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4931" y="6411027"/>
            <a:ext cx="757469" cy="184666"/>
          </a:xfrm>
        </p:spPr>
        <p:txBody>
          <a:bodyPr/>
          <a:lstStyle/>
          <a:p>
            <a:pPr>
              <a:defRPr/>
            </a:pPr>
            <a:r>
              <a:rPr lang="en-IN"/>
              <a:t> |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9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pos="4056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55600"/>
            <a:ext cx="5604387" cy="215444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400" b="0" cap="all" spc="20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2244524"/>
            <a:ext cx="5604387" cy="276999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8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5604387" cy="443198"/>
          </a:xfrm>
          <a:prstGeom prst="rect">
            <a:avLst/>
          </a:prstGeom>
        </p:spPr>
        <p:txBody>
          <a:bodyPr rIns="0" bIns="0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CE663-41B0-43D6-23B1-5E27A16C19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tx1"/>
                </a:solidFill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8F5206-D1E6-BCED-05C0-898BE88571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2681990"/>
            <a:ext cx="5604387" cy="3490210"/>
          </a:xfrm>
          <a:prstGeom prst="rect">
            <a:avLst/>
          </a:prstGeom>
        </p:spPr>
        <p:txBody>
          <a:bodyPr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4DC1444-35B9-26C1-324B-473CC71BA7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1409700"/>
            <a:ext cx="5604387" cy="6477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marL="182880" marR="0" lvl="0" indent="-182880" algn="l" defTabSz="121917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FC34913-6040-8295-F7DA-B7C5926874E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438900" y="0"/>
            <a:ext cx="5753100" cy="6172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0B974A-082D-4223-6D85-97256ED5EA8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4931" y="6411027"/>
            <a:ext cx="757469" cy="184666"/>
          </a:xfrm>
        </p:spPr>
        <p:txBody>
          <a:bodyPr/>
          <a:lstStyle/>
          <a:p>
            <a:pPr>
              <a:defRPr/>
            </a:pPr>
            <a:r>
              <a:rPr lang="en-IN"/>
              <a:t> |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204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pos="4056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78013" y="355600"/>
            <a:ext cx="5604387" cy="215444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400" b="0" cap="all" spc="20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8012" y="2244524"/>
            <a:ext cx="5604387" cy="276999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8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13" y="685800"/>
            <a:ext cx="5604387" cy="443198"/>
          </a:xfrm>
          <a:prstGeom prst="rect">
            <a:avLst/>
          </a:prstGeom>
        </p:spPr>
        <p:txBody>
          <a:bodyPr rIns="0" bIns="0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CE663-41B0-43D6-23B1-5E27A16C19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tx1"/>
                </a:solidFill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8F5206-D1E6-BCED-05C0-898BE88571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8012" y="2681990"/>
            <a:ext cx="5604387" cy="1341370"/>
          </a:xfrm>
          <a:prstGeom prst="rect">
            <a:avLst/>
          </a:prstGeom>
        </p:spPr>
        <p:txBody>
          <a:bodyPr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4DC1444-35B9-26C1-324B-473CC71BA7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78013" y="1409700"/>
            <a:ext cx="5604387" cy="6477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marL="182880" marR="0" lvl="0" indent="-182880" algn="l" defTabSz="121917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Subtitle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F4F7503-858E-0865-309E-3511E7F0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78012" y="4393364"/>
            <a:ext cx="5604387" cy="276999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8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B4B0860-8623-04D7-64DF-1D12D51465E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78012" y="4830830"/>
            <a:ext cx="5604387" cy="1341370"/>
          </a:xfrm>
          <a:prstGeom prst="rect">
            <a:avLst/>
          </a:prstGeom>
        </p:spPr>
        <p:txBody>
          <a:bodyPr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FC34913-6040-8295-F7DA-B7C5926874E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5753100" cy="6172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BB3B61-DDFC-6C51-F895-5EBBACDF92B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4931" y="6411027"/>
            <a:ext cx="757469" cy="184666"/>
          </a:xfrm>
        </p:spPr>
        <p:txBody>
          <a:bodyPr/>
          <a:lstStyle/>
          <a:p>
            <a:pPr>
              <a:defRPr/>
            </a:pPr>
            <a:r>
              <a:rPr lang="en-IN"/>
              <a:t> |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618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pos="4056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78013" y="355600"/>
            <a:ext cx="5604387" cy="215444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400" b="0" cap="all" spc="200" baseline="0">
                <a:solidFill>
                  <a:schemeClr val="accent2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8012" y="2244524"/>
            <a:ext cx="5604387" cy="276999"/>
          </a:xfrm>
          <a:prstGeom prst="rect">
            <a:avLst/>
          </a:prstGeom>
        </p:spPr>
        <p:txBody>
          <a:bodyPr wrap="square" rIns="0" bIns="0">
            <a:spAutoFit/>
          </a:bodyPr>
          <a:lstStyle>
            <a:lvl1pPr>
              <a:defRPr sz="1800" b="1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13" y="685800"/>
            <a:ext cx="5604387" cy="443198"/>
          </a:xfrm>
          <a:prstGeom prst="rect">
            <a:avLst/>
          </a:prstGeom>
        </p:spPr>
        <p:txBody>
          <a:bodyPr rIns="0" bIns="0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CE663-41B0-43D6-23B1-5E27A16C19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tx1"/>
                </a:solidFill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8F5206-D1E6-BCED-05C0-898BE88571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8012" y="2681990"/>
            <a:ext cx="5604387" cy="3490210"/>
          </a:xfrm>
          <a:prstGeom prst="rect">
            <a:avLst/>
          </a:prstGeom>
        </p:spPr>
        <p:txBody>
          <a:bodyPr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4DC1444-35B9-26C1-324B-473CC71BA7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78013" y="1409700"/>
            <a:ext cx="5604387" cy="6477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marL="182880" marR="0" lvl="0" indent="-182880" algn="l" defTabSz="121917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FC34913-6040-8295-F7DA-B7C5926874E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5753100" cy="6172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AEE1B5-3A1F-40FA-A49F-F876F4C37E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4931" y="6411027"/>
            <a:ext cx="757469" cy="184666"/>
          </a:xfrm>
        </p:spPr>
        <p:txBody>
          <a:bodyPr/>
          <a:lstStyle/>
          <a:p>
            <a:pPr>
              <a:defRPr/>
            </a:pPr>
            <a:r>
              <a:rPr lang="en-IN"/>
              <a:t> |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604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pos="4056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CE663-41B0-43D6-23B1-5E27A16C19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tx1"/>
                </a:solidFill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8C1F7-E0F8-31D9-74CF-49810FDB85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4931" y="6411027"/>
            <a:ext cx="757469" cy="184666"/>
          </a:xfrm>
        </p:spPr>
        <p:txBody>
          <a:bodyPr/>
          <a:lstStyle/>
          <a:p>
            <a:pPr>
              <a:defRPr/>
            </a:pPr>
            <a:r>
              <a:rPr lang="en-IN"/>
              <a:t> |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297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orient="horz" pos="1008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106739"/>
            <a:ext cx="10850880" cy="1645920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59" y="2333308"/>
            <a:ext cx="10850879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4935539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6" y="182880"/>
            <a:ext cx="1584960" cy="173607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4B86A29-886E-42EB-8E62-80044AB822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4879" y="272249"/>
            <a:ext cx="4123267" cy="429684"/>
          </a:xfrm>
          <a:prstGeom prst="rect">
            <a:avLst/>
          </a:prstGeom>
        </p:spPr>
        <p:txBody>
          <a:bodyPr anchor="ctr"/>
          <a:lstStyle>
            <a:lvl1pPr algn="r">
              <a:defRPr sz="1867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DESCRIPTOR</a:t>
            </a:r>
          </a:p>
        </p:txBody>
      </p:sp>
    </p:spTree>
    <p:extLst>
      <p:ext uri="{BB962C8B-B14F-4D97-AF65-F5344CB8AC3E}">
        <p14:creationId xmlns:p14="http://schemas.microsoft.com/office/powerpoint/2010/main" val="44976015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Layout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1840231"/>
            <a:ext cx="10850880" cy="1645920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59" y="1066800"/>
            <a:ext cx="10850879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3669031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7" name="Picture 6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8037" y="4969171"/>
            <a:ext cx="1584960" cy="173607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9B7AF3-6EAA-4E53-822C-0EC8E7CEFD8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</p:spTree>
    <p:extLst>
      <p:ext uri="{BB962C8B-B14F-4D97-AF65-F5344CB8AC3E}">
        <p14:creationId xmlns:p14="http://schemas.microsoft.com/office/powerpoint/2010/main" val="135052430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3106739"/>
            <a:ext cx="10850881" cy="1645920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0" y="2333308"/>
            <a:ext cx="1085088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4935539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67" y="87567"/>
            <a:ext cx="1781155" cy="193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25953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Alternat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70560" y="1840231"/>
            <a:ext cx="10850881" cy="1645920"/>
          </a:xfrm>
        </p:spPr>
        <p:txBody>
          <a:bodyPr/>
          <a:lstStyle>
            <a:lvl1pPr algn="l">
              <a:lnSpc>
                <a:spcPct val="90000"/>
              </a:lnSpc>
              <a:defRPr sz="5867" b="0" cap="none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70560" y="1066800"/>
            <a:ext cx="10850881" cy="640080"/>
          </a:xfrm>
          <a:prstGeom prst="rect">
            <a:avLst/>
          </a:prstGeom>
        </p:spPr>
        <p:txBody>
          <a:bodyPr rIns="0" bIns="0" anchor="b" anchorCtr="0"/>
          <a:lstStyle>
            <a:lvl1pPr marL="0" indent="0" algn="l">
              <a:lnSpc>
                <a:spcPct val="100000"/>
              </a:lnSpc>
              <a:buNone/>
              <a:defRPr sz="2400" b="1" cap="all" spc="20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70560" y="3669031"/>
            <a:ext cx="6461760" cy="640080"/>
          </a:xfrm>
          <a:prstGeom prst="rect">
            <a:avLst/>
          </a:prstGeom>
        </p:spPr>
        <p:txBody>
          <a:bodyPr/>
          <a:lstStyle>
            <a:lvl1pPr>
              <a:defRPr sz="1867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Day |  Month |  YY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93F5A5-751C-47D5-AD67-F5C13DA7DE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527" y="4868399"/>
            <a:ext cx="1781155" cy="193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1194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6D6E74-3911-4251-9210-E9AF0CB465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CEC16E3-E9C3-470B-B2C9-CBD23EA986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60" y="1983739"/>
            <a:ext cx="10861040" cy="4233229"/>
          </a:xfrm>
        </p:spPr>
        <p:txBody>
          <a:bodyPr/>
          <a:lstStyle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D5EEAD8-45FF-4137-A993-0E3B0A63B7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984" y="1463039"/>
            <a:ext cx="1086061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CALIBRI 18PT BOLD, ABBOTT PRIMARY BLUE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0257E-A5F7-47F2-BCB5-BF684CDCDDF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A6DA05-6508-4447-A38A-AEECDCFB32B4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84F02-3528-4796-B761-E75F59E065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25CAD-0E7F-412A-A2E4-ACA5E42AF8D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99009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o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78F9584-625D-462B-8192-C99B9E91AB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0F6E8C1B-F140-45B9-ADF1-1C3C657011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0558" y="1463039"/>
            <a:ext cx="10861041" cy="4754879"/>
          </a:xfrm>
        </p:spPr>
        <p:txBody>
          <a:bodyPr/>
          <a:lstStyle>
            <a:lvl1pPr>
              <a:spcBef>
                <a:spcPts val="1600"/>
              </a:spcBef>
              <a:defRPr/>
            </a:lvl1pPr>
            <a:lvl2pPr>
              <a:spcBef>
                <a:spcPts val="1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AE4F8-4A35-4815-BCAE-2DEF5BFEC4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C38621F-E531-42C4-8378-ECB4386EFB58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A9712-7611-460F-BBA1-965DC35A5A0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6DBEC-A477-4721-9AEB-6DA5B1D8A3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2466CF-9DE4-42FD-B4BE-46614812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42848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_CALIBRI SUBHEAD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2367392-CE3F-4A36-802E-43D377135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984" y="1463039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84001D6-32AA-4130-AA76-37D05FF0E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31280" y="1463039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18PT, BOLD</a:t>
            </a:r>
          </a:p>
        </p:txBody>
      </p: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1F77A952-6CFD-4B10-A39C-FBF9CCB45B5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0559" y="1983739"/>
            <a:ext cx="5089735" cy="4234179"/>
          </a:xfrm>
        </p:spPr>
        <p:txBody>
          <a:bodyPr>
            <a:noAutofit/>
          </a:bodyPr>
          <a:lstStyle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0756EC84-5A13-4571-BFB7-247BD6E93F5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31281" y="1983739"/>
            <a:ext cx="5089735" cy="4234179"/>
          </a:xfrm>
        </p:spPr>
        <p:txBody>
          <a:bodyPr>
            <a:noAutofit/>
          </a:bodyPr>
          <a:lstStyle>
            <a:lvl2pPr>
              <a:defRPr sz="2133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B479ED3-E6FF-4DA0-B9B5-59809FFAEF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310AD-6CAA-4788-94E2-A00CB4EDAD6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AEB5D6A1-ADC6-4849-A09B-44985EE13241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A85807-C4E2-4DC1-A4DC-B733652C584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6E6C4-2B39-46A3-861C-1D8545DFDAF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88E1389-D875-4A3C-85CC-2FF6F879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34182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9A84B86-6CE3-4715-A01A-FECF8E99EC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F184EA7A-C14A-435C-84F4-DB8BC3A9A6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560" y="1463040"/>
            <a:ext cx="10838688" cy="10972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D0068BB-B539-4488-911A-96DC071FE8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984" y="2743201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C1F4580-228D-4976-BFA8-C2248824F3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1280" y="2743201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4073EB3D-18BB-4E2C-9D12-E03D0B6131B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0559" y="3263901"/>
            <a:ext cx="5089735" cy="2954017"/>
          </a:xfrm>
        </p:spPr>
        <p:txBody>
          <a:bodyPr>
            <a:noAutofit/>
          </a:bodyPr>
          <a:lstStyle>
            <a:lvl1pPr>
              <a:defRPr sz="1867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112F3581-3732-4A0B-8F51-60DBC2912C0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1281" y="3263901"/>
            <a:ext cx="5089735" cy="2954017"/>
          </a:xfrm>
        </p:spPr>
        <p:txBody>
          <a:bodyPr>
            <a:noAutofit/>
          </a:bodyPr>
          <a:lstStyle>
            <a:lvl1pPr>
              <a:defRPr sz="1867"/>
            </a:lvl1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7130C-27A5-4624-9DE7-54CCA5B6E68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A74BAD1-8CA7-4FBF-804B-53549105ED13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D77C1-A9B7-4C57-B330-C34B8588E4B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E347A-2097-4DC1-8FC4-1FBFBC563FC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079F95-85C8-47A7-9EDE-B17DE1BCA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48841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6425185" y="0"/>
            <a:ext cx="5766815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828A00F-D1B4-4C3E-969E-375A3487E7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984" y="1463943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8B40350-90AF-4369-8B21-A237E4585B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984" y="2159957"/>
            <a:ext cx="508973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4DA2C74-7837-4DF6-A9E0-010AABA411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0559" y="2610322"/>
            <a:ext cx="5089735" cy="1442031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4384C29-B1D2-4169-8C59-6E4C6B7D22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0984" y="4316768"/>
            <a:ext cx="508973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312D5F6-81FC-4261-AED0-88E16C37278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0559" y="4767134"/>
            <a:ext cx="5089735" cy="1442029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65347-7CD3-4F10-8EF3-1278C80396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F49E236-7AC9-4F5E-A3FD-39D6105DC010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E929D-79C8-4A03-8A31-BDC679EAB2C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59128-8C19-4115-801D-638E5DDDF8D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67DE3C-68DE-43DF-A233-910AFDC7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5089733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21970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7532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6D962-A904-455A-9FF2-A3FC930F678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2FAC416-5A96-491E-91F4-37DD3C42A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346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3FDA49B-BBFC-4479-BD4E-6B88C700E3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5768" y="1463943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C4C2575-A445-43B7-875C-641A76884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5768" y="2159957"/>
            <a:ext cx="508973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78DA63-FCCC-4EE0-AA5F-890A1063CF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5343" y="2610322"/>
            <a:ext cx="5089735" cy="1442031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FD7EDCF-7335-4524-B52F-5720399919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5768" y="4316768"/>
            <a:ext cx="5089736" cy="4267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133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SHORT TITLE, CALIBRI, 16PT, BOLD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8041EA5-1907-45C9-B84F-05A0E02AB31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435343" y="4767134"/>
            <a:ext cx="5089735" cy="1442029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5C93F-ECF9-4556-AC7C-FA60927EA1A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879B893-248C-4AEA-BCA8-C8CB65445D7F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69AD8-8E84-41FF-B477-E769B006F37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59DF1-EAA0-48AE-9642-5890114712D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AE3F9D-0018-4E23-82DB-DD559B56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84" y="759459"/>
            <a:ext cx="5096256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74911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Alternate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6425185" y="0"/>
            <a:ext cx="5766815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5D9C096-3ECB-4476-AF46-67B691208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828A00F-D1B4-4C3E-969E-375A3487E7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0984" y="1463943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74DA2C74-7837-4DF6-A9E0-010AABA411B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0559" y="2159958"/>
            <a:ext cx="5089735" cy="4060927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7F0BF-1759-4538-B8D8-0064CA73DDB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E88A4AE-0E23-418E-BEEE-E14F9B50607F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FE4CA-4B98-48B6-B1EE-FD27EAF7A29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BBD30-0719-4938-BD49-A680D58627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62E712-D0C0-4F27-A890-045067D4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5089733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916612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Alternate Half-content &amp;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7532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algn="ctr"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6D962-A904-455A-9FF2-A3FC930F678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2FAC416-5A96-491E-91F4-37DD3C42A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346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3FDA49B-BBFC-4479-BD4E-6B88C700E3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5768" y="1463943"/>
            <a:ext cx="5089736" cy="5207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SUBTITLE, CALIBRI, 18PT, BOLD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E778DA63-FCCC-4EE0-AA5F-890A1063CF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5343" y="2159958"/>
            <a:ext cx="5089735" cy="4060927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13800-11CE-477C-AE55-6CEC71C7CC1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4B7927C8-B7EA-488F-BC1B-E4664342B037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F273E-1E19-49B4-B078-2C851563484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94424-AE09-468A-95DC-0699180FC4E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B94D7-D90B-4C16-A5BF-F2C3042C6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85" y="759459"/>
            <a:ext cx="5096255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3833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Chart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DB57EE1-11D5-470C-B633-08E9CE6ABD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9C8B4ED-99D4-4FA7-951B-B230EC2B1EE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615" y="1463943"/>
            <a:ext cx="10850880" cy="3657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CHART TITLE, CALIBRI, 18PT, BOLD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849D2D5-1C25-41F7-91C5-A575937D23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13" y="1826008"/>
            <a:ext cx="10850880" cy="365760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Second level for chart subtitle</a:t>
            </a:r>
          </a:p>
        </p:txBody>
      </p:sp>
      <p:sp>
        <p:nvSpPr>
          <p:cNvPr id="17" name="Chart Placeholder 14">
            <a:extLst>
              <a:ext uri="{FF2B5EF4-FFF2-40B4-BE49-F238E27FC236}">
                <a16:creationId xmlns:a16="http://schemas.microsoft.com/office/drawing/2014/main" id="{5F384281-9885-4DF1-AB32-7D6D158EC4B8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70560" y="2286000"/>
            <a:ext cx="10861040" cy="36576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806C5A9-06E4-4EA0-A5AC-FD02E44C15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6171250"/>
            <a:ext cx="10850880" cy="212366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spcBef>
                <a:spcPts val="267"/>
              </a:spcBef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Add footnote, source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2C435-71F6-4068-8A4B-8C697C1529D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0406F75-1D3F-4B33-BFF3-932C24DC1765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C25F0-DFF8-436D-8252-A061A91C145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2353F-0202-40BD-B19D-D4C9B9A0C62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B3C7C1-99C7-46EF-8247-FA3C97B6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41465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Table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E4099E12-93CF-4238-950D-B699BBED1B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FAF8700-F002-4A2F-B04A-6FE90BE6FD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615" y="1463943"/>
            <a:ext cx="10850880" cy="3657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table TITLE, CALIBRI, 18PT, BOLD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BF897FA-2891-4141-ADA3-1B87FB5BC5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13" y="1826008"/>
            <a:ext cx="10850880" cy="365760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/>
              <a:t>Second level for table subtitle</a:t>
            </a:r>
          </a:p>
        </p:txBody>
      </p:sp>
      <p:sp>
        <p:nvSpPr>
          <p:cNvPr id="18" name="Table Placeholder 4">
            <a:extLst>
              <a:ext uri="{FF2B5EF4-FFF2-40B4-BE49-F238E27FC236}">
                <a16:creationId xmlns:a16="http://schemas.microsoft.com/office/drawing/2014/main" id="{2EA10139-92DE-45F7-A9D8-ABD6CC72C084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70560" y="2286000"/>
            <a:ext cx="10867987" cy="3657600"/>
          </a:xfrm>
        </p:spPr>
        <p:txBody>
          <a:bodyPr anchor="ctr"/>
          <a:lstStyle>
            <a:lvl1pPr algn="ctr">
              <a:defRPr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347BBFB3-3E66-4180-AF12-56CA7F7553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6171250"/>
            <a:ext cx="10850880" cy="212366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>
              <a:lnSpc>
                <a:spcPct val="90000"/>
              </a:lnSpc>
              <a:spcBef>
                <a:spcPts val="267"/>
              </a:spcBef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Add footnote, source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2C66BA-D565-4011-B0A4-9903204CC06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A9922F9-E70E-4CDE-A75A-4192A59E1EC2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8657A-366F-45A8-9F2D-9FBE15E1247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4FFD5-60B8-4C56-97EB-599229FD90B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78DA13-52C4-4A1D-BD59-DC0D557C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13041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L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365760" rIns="365760" anchor="ctr" anchorCtr="1"/>
          <a:lstStyle>
            <a:lvl1pPr marL="5035425" indent="0" algn="l">
              <a:tabLst/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B7A96-E0C8-46F1-B070-891752D196D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D57305E-F709-4E9E-B399-8D21F2A51F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0562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C73EADF8-32AF-409A-AD0A-3134A5D09D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0559" y="1882587"/>
            <a:ext cx="5096255" cy="4335332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9AEB25F-FA40-4727-8C63-0FB00C65B1F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3F0AA1E-F0AB-40E3-8723-B5AC3EAD3A4B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0517F6-6DC6-4EDB-A0A3-3A25D9B2A02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E4568D-868E-42F7-926A-483A8A7B381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9B87BA-CB3B-4626-87FF-39721BA3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5096253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36810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) Half-content &amp; full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EBBC6B44-1A66-4C17-802D-CD6F3BEB84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0" rIns="0" anchor="ctr" anchorCtr="0"/>
          <a:lstStyle>
            <a:lvl1pPr marL="927077" indent="0" algn="l">
              <a:tabLst/>
              <a:defRPr sz="2400" b="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Insert an image</a:t>
            </a:r>
            <a:br>
              <a:rPr lang="en-US"/>
            </a:br>
            <a:r>
              <a:rPr lang="en-US"/>
              <a:t>within this placeholder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7FC738-9BF3-4608-8B8E-05D0C5B5F6D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defPPr>
              <a:defRPr lang="en-US"/>
            </a:defPPr>
            <a:lvl1pPr indent="0" defTabSz="457200">
              <a:spcBef>
                <a:spcPct val="20000"/>
              </a:spcBef>
              <a:buFont typeface="Arial"/>
              <a:buNone/>
              <a:defRPr sz="1000">
                <a:solidFill>
                  <a:srgbClr val="000000"/>
                </a:solidFill>
                <a:cs typeface="Calibri" panose="020F0502020204030204" pitchFamily="34" charset="0"/>
              </a:defRPr>
            </a:lvl1pPr>
            <a:lvl2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2pPr>
            <a:lvl3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3pPr>
            <a:lvl4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4pPr>
            <a:lvl5pPr indent="0" defTabSz="457200">
              <a:spcBef>
                <a:spcPct val="20000"/>
              </a:spcBef>
              <a:buFont typeface="Arial"/>
              <a:buNone/>
              <a:defRPr sz="900">
                <a:latin typeface="Georgia"/>
                <a:cs typeface="Georgia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en-US" sz="1333"/>
              <a:t>Proprietary and confidential — do not distribute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273392E-BE16-4C3F-A463-7A7FC6BEE0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5185" y="355600"/>
            <a:ext cx="5096255" cy="34881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679F6DF-FEFB-4C1A-A396-814197C11D8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25182" y="1882587"/>
            <a:ext cx="5096255" cy="4335332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F552E6A-42EF-4270-B9A7-98DFF9C26B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5F2DEED-5DBC-4DAD-9C08-62397AE2D4BB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74A17B-B0E6-4C29-8975-C906D924799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86EBC0-A4B4-49A9-8E69-797CFD88D05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E04E43-6321-44FE-86E3-92363113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5181" y="759459"/>
            <a:ext cx="5096259" cy="520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48911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773AC-CB5F-4692-8614-145FCB812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2" y="355600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67" b="0" cap="all" spc="200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95818-CAA3-49D4-822D-78FB55358F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B6A540B-081F-4350-924C-7C3F33EDA0FA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4A984-8C41-4A18-A4AB-486817760C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13B2C-626A-4182-93CD-E777AFAD57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BE9E2-7A7D-4BED-96F2-45B5703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5450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9B04E-CEBD-4F9E-A541-121DB0F5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39FE5-A752-4596-8776-416F07595D01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CBFE7-5E00-4725-92DC-113FE1B9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8BA52-5212-4BC3-9F12-DB299DFC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48259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Dark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wrap="square"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5B31BE-5499-438F-8FC9-24D8712E9F2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9463D-7256-4F94-B053-694230DD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134129-5FD5-45B7-80E5-F66453152310}" type="datetime1">
              <a:rPr lang="en-US" smtClean="0"/>
              <a:t>6/27/2025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65850-E065-46A5-AFAB-25EE1243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0E02CAF-4CC0-4859-963B-FC187D3C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76463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Purple">
    <p:bg bwMode="auto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9C12FC6-CE3D-4CC3-A382-14A18C7C6B1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A7879-8A49-4492-B223-248AB688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C9C488-B277-4020-A2A7-BACAB46DB83A}" type="datetime1">
              <a:rPr lang="en-US" smtClean="0"/>
              <a:t>6/27/2025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08BD4-DA66-4BD1-91B7-E89327F3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73C706-89A1-4AA5-9321-7F4CB3A9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71914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Mint">
    <p:bg bwMode="auto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accent1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FC3C2-5069-4B7A-9F14-6E1032BB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C27EBA2-EBF0-499C-8395-B7D8C09E98EA}" type="datetime1">
              <a:rPr lang="en-US" smtClean="0"/>
              <a:t>6/27/2025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C2EC12-3F0B-463D-AC15-E276D69D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4A8CC4-8FBE-45E1-BB15-2672002D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93342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70560" y="3108959"/>
            <a:ext cx="10850880" cy="1645920"/>
          </a:xfrm>
        </p:spPr>
        <p:txBody>
          <a:bodyPr rIns="0" bIns="0" anchor="t">
            <a:noAutofit/>
          </a:bodyPr>
          <a:lstStyle>
            <a:lvl1pPr algn="l">
              <a:lnSpc>
                <a:spcPct val="80000"/>
              </a:lnSpc>
              <a:defRPr sz="5867" b="0" cap="none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670560" y="2331720"/>
            <a:ext cx="10850880" cy="640080"/>
          </a:xfrm>
          <a:prstGeom prst="rect">
            <a:avLst/>
          </a:prstGeom>
        </p:spPr>
        <p:txBody>
          <a:bodyPr rIns="0" bIns="0" anchor="b"/>
          <a:lstStyle>
            <a:lvl1pPr marL="0" indent="0">
              <a:lnSpc>
                <a:spcPct val="100000"/>
              </a:lnSpc>
              <a:buNone/>
              <a:defRPr sz="2400" b="1" cap="all" spc="200" baseline="0">
                <a:solidFill>
                  <a:schemeClr val="accent3"/>
                </a:solidFill>
                <a:latin typeface="+mn-lt"/>
                <a:cs typeface="Calibri" panose="020F0502020204030204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F2FEF2-FECD-4ED1-BD47-FF58F25B75A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8435C-7AB2-499D-B9D2-7646859B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B796-53A5-4398-BFAB-C857031D42FB}" type="datetime1">
              <a:rPr lang="en-US" sz="1333" smtClean="0"/>
              <a:t>6/27/2025</a:t>
            </a:fld>
            <a:endParaRPr lang="en-IN" sz="1333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53D83-DC20-4A71-BEBA-E5BD8133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FF502C7-63A6-4765-B23E-CD59D755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8823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Solid Background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828800" y="2011680"/>
            <a:ext cx="9144000" cy="356616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3200" b="0">
                <a:solidFill>
                  <a:schemeClr val="bg1"/>
                </a:solidFill>
                <a:latin typeface="+mj-lt"/>
              </a:defRPr>
            </a:lvl1pPr>
            <a:lvl2pPr marL="1828754" indent="-304792" algn="l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–"/>
              <a:defRPr sz="2400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Click to edit quote text</a:t>
            </a:r>
          </a:p>
          <a:p>
            <a:pPr lvl="1"/>
            <a:r>
              <a:rPr lang="en-US"/>
              <a:t>Second level for attribution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501EA9-08EC-4F43-BB57-5CF4837F22E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D6453-5C41-4AA1-8206-B28E31B4B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B760B79-E793-45E6-AB4A-8BF48011851C}" type="datetime1">
              <a:rPr lang="en-US" smtClean="0"/>
              <a:t>6/27/2025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15091-8BEE-4EAD-A12E-FE3FD48546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7B97B-43D6-430D-9C83-B8A0A56555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10648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_symbol_wordm_below_w_rgb-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3255" y="1608463"/>
            <a:ext cx="3345492" cy="364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5962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Blue">
    <p:bg bwMode="auto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BE25BFE-C141-9744-B07B-AF2EDC4463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4190" y="1253124"/>
            <a:ext cx="5043620" cy="435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2021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9D5804C8-119A-4621-B885-F0B59F0C2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451" y="1418928"/>
            <a:ext cx="3670853" cy="399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6306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LTT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CA73EC50-27B9-4304-8A26-2A1CE79D62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347" y="524540"/>
            <a:ext cx="6313544" cy="581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1946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B071053-E294-48B6-82D4-81528F06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443199"/>
          </a:xfrm>
          <a:prstGeom prst="rect">
            <a:avLst/>
          </a:prstGeom>
        </p:spPr>
        <p:txBody>
          <a:bodyPr rIns="0" bIns="0"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CE663-41B0-43D6-23B1-5E27A16C19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" y="6400800"/>
            <a:ext cx="4114800" cy="184667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chemeClr val="tx1"/>
              </a:solidFill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8F5206-D1E6-BCED-05C0-898BE88571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" y="1333502"/>
            <a:ext cx="10972800" cy="4838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DF6588-CACF-DD79-BEA1-3204F8D7B73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4932" y="6411027"/>
            <a:ext cx="757469" cy="184667"/>
          </a:xfrm>
        </p:spPr>
        <p:txBody>
          <a:bodyPr/>
          <a:lstStyle/>
          <a:p>
            <a:pPr>
              <a:defRPr/>
            </a:pPr>
            <a:r>
              <a:rPr lang="en-IN"/>
              <a:t> |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655986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orient="horz" pos="840" userDrawn="1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E3BD-1F53-4C7F-CD6C-460334578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88C84-3F53-319B-99F7-D8603E3BE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84537-B51F-1C1A-5149-C5AC4738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DD0D-58A3-4A4E-9C85-FCD85B2F2150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38498-5229-28F4-398B-FA5EC705F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2BFE2-9850-2833-A279-C385F5FF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9407-469A-486C-BC03-F08A94E33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93449"/>
      </p:ext>
    </p:extLst>
  </p:cSld>
  <p:clrMapOvr>
    <a:masterClrMapping/>
  </p:clrMapOvr>
  <p:hf hdr="0" ftr="0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6391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9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22.xml"/><Relationship Id="rId34" Type="http://schemas.openxmlformats.org/officeDocument/2006/relationships/slideLayout" Target="../slideLayouts/slideLayout35.xml"/><Relationship Id="rId42" Type="http://schemas.openxmlformats.org/officeDocument/2006/relationships/tags" Target="../tags/tag3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0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41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32.xml"/><Relationship Id="rId44" Type="http://schemas.openxmlformats.org/officeDocument/2006/relationships/image" Target="../media/image5.emf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6.xml"/><Relationship Id="rId43" Type="http://schemas.openxmlformats.org/officeDocument/2006/relationships/oleObject" Target="../embeddings/oleObject2.bin"/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image" Target="../media/image11.png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theme" Target="../theme/theme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image" Target="../media/image10.emf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oleObject" Target="../embeddings/oleObject3.bin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tags" Target="../tags/tag4.xml"/><Relationship Id="rId8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26" Type="http://schemas.openxmlformats.org/officeDocument/2006/relationships/tags" Target="../tags/tag42.xml"/><Relationship Id="rId3" Type="http://schemas.openxmlformats.org/officeDocument/2006/relationships/slideLayout" Target="../slideLayouts/slideLayout72.xml"/><Relationship Id="rId21" Type="http://schemas.openxmlformats.org/officeDocument/2006/relationships/tags" Target="../tags/tag37.xml"/><Relationship Id="rId7" Type="http://schemas.openxmlformats.org/officeDocument/2006/relationships/theme" Target="../theme/theme4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5" Type="http://schemas.openxmlformats.org/officeDocument/2006/relationships/tags" Target="../tags/tag41.xml"/><Relationship Id="rId2" Type="http://schemas.openxmlformats.org/officeDocument/2006/relationships/slideLayout" Target="../slideLayouts/slideLayout71.xml"/><Relationship Id="rId16" Type="http://schemas.openxmlformats.org/officeDocument/2006/relationships/tags" Target="../tags/tag32.xml"/><Relationship Id="rId20" Type="http://schemas.openxmlformats.org/officeDocument/2006/relationships/tags" Target="../tags/tag36.xml"/><Relationship Id="rId29" Type="http://schemas.openxmlformats.org/officeDocument/2006/relationships/image" Target="../media/image18.emf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tags" Target="../tags/tag27.xml"/><Relationship Id="rId24" Type="http://schemas.openxmlformats.org/officeDocument/2006/relationships/tags" Target="../tags/tag40.xml"/><Relationship Id="rId5" Type="http://schemas.openxmlformats.org/officeDocument/2006/relationships/slideLayout" Target="../slideLayouts/slideLayout74.xml"/><Relationship Id="rId15" Type="http://schemas.openxmlformats.org/officeDocument/2006/relationships/tags" Target="../tags/tag31.xml"/><Relationship Id="rId23" Type="http://schemas.openxmlformats.org/officeDocument/2006/relationships/tags" Target="../tags/tag39.xml"/><Relationship Id="rId28" Type="http://schemas.openxmlformats.org/officeDocument/2006/relationships/oleObject" Target="../embeddings/oleObject22.bin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4" Type="http://schemas.openxmlformats.org/officeDocument/2006/relationships/slideLayout" Target="../slideLayouts/slideLayout73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tags" Target="../tags/tag38.xml"/><Relationship Id="rId27" Type="http://schemas.openxmlformats.org/officeDocument/2006/relationships/tags" Target="../tags/tag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93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96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95.xml"/><Relationship Id="rId29" Type="http://schemas.openxmlformats.org/officeDocument/2006/relationships/image" Target="../media/image10.emf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90.xml"/><Relationship Id="rId23" Type="http://schemas.openxmlformats.org/officeDocument/2006/relationships/slideLayout" Target="../slideLayouts/slideLayout98.xml"/><Relationship Id="rId28" Type="http://schemas.openxmlformats.org/officeDocument/2006/relationships/oleObject" Target="../embeddings/oleObject3.bin"/><Relationship Id="rId10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94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7.xml"/><Relationship Id="rId27" Type="http://schemas.openxmlformats.org/officeDocument/2006/relationships/tags" Target="../tags/tag57.xml"/><Relationship Id="rId30" Type="http://schemas.openxmlformats.org/officeDocument/2006/relationships/image" Target="../media/image1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tags" Target="../tags/tag67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oleObject" Target="../embeddings/oleObject26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4.xml"/><Relationship Id="rId18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7.xml"/><Relationship Id="rId3" Type="http://schemas.openxmlformats.org/officeDocument/2006/relationships/slideLayout" Target="../slideLayouts/slideLayout114.xml"/><Relationship Id="rId21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17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13.xml"/><Relationship Id="rId16" Type="http://schemas.openxmlformats.org/officeDocument/2006/relationships/slideLayout" Target="../slideLayouts/slideLayout127.xml"/><Relationship Id="rId2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2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34.xml"/><Relationship Id="rId28" Type="http://schemas.openxmlformats.org/officeDocument/2006/relationships/theme" Target="../theme/theme7.xml"/><Relationship Id="rId10" Type="http://schemas.openxmlformats.org/officeDocument/2006/relationships/slideLayout" Target="../slideLayouts/slideLayout121.xml"/><Relationship Id="rId19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33.xml"/><Relationship Id="rId27" Type="http://schemas.openxmlformats.org/officeDocument/2006/relationships/slideLayout" Target="../slideLayouts/slideLayout13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9.xml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E324413-EA66-D0EB-BBE5-DC54649C15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9845723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324413-EA66-D0EB-BBE5-DC54649C15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E926830-E451-47A2-936E-E868C74F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7"/>
            <a:ext cx="10850880" cy="520703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BA266860-C8E8-4821-86E8-E590638BC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482166"/>
            <a:ext cx="10861040" cy="469426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8" name="Footer Placeholder 16">
            <a:extLst>
              <a:ext uri="{FF2B5EF4-FFF2-40B4-BE49-F238E27FC236}">
                <a16:creationId xmlns:a16="http://schemas.microsoft.com/office/drawing/2014/main" id="{15264C8D-6D44-47CD-9AB6-2A399BFAE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60077" y="6356352"/>
            <a:ext cx="5242561" cy="36618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Optimized Processes &amp; Standards </a:t>
            </a:r>
            <a:endParaRPr lang="en-IN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C1011042-D3C6-4DF8-8232-9CEDA2392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42016" y="6356352"/>
            <a:ext cx="105050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/>
                </a:solidFill>
              </a:defRPr>
            </a:lvl1pPr>
          </a:lstStyle>
          <a:p>
            <a:fld id="{28645C59-2C0F-4B73-9539-07E1A1C0A025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D19B090-9FE0-DED4-170B-7C76199CA1E0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</p:spTree>
    <p:extLst>
      <p:ext uri="{BB962C8B-B14F-4D97-AF65-F5344CB8AC3E}">
        <p14:creationId xmlns:p14="http://schemas.microsoft.com/office/powerpoint/2010/main" val="244441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506" r:id="rId1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lang="en-IN" sz="3467" b="0" kern="1200" cap="none" spc="0" baseline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133" b="0" kern="12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226478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67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533387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–"/>
        <a:defRPr sz="16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761981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990575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»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F26B43"/>
          </p15:clr>
        </p15:guide>
        <p15:guide id="2" pos="5448">
          <p15:clr>
            <a:srgbClr val="F26B43"/>
          </p15:clr>
        </p15:guide>
        <p15:guide id="3" orient="horz" pos="3060">
          <p15:clr>
            <a:srgbClr val="F26B43"/>
          </p15:clr>
        </p15:guide>
        <p15:guide id="4" orient="horz" pos="1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94EEBAC-FF28-08F8-EB2F-1F3ACBB7BD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2159946703"/>
              </p:ext>
            </p:extLst>
          </p:nvPr>
        </p:nvGraphicFramePr>
        <p:xfrm>
          <a:off x="2118" y="2118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3" imgW="7772400" imgH="10058400" progId="TCLayout.ActiveDocument.1">
                  <p:embed/>
                </p:oleObj>
              </mc:Choice>
              <mc:Fallback>
                <p:oleObj name="think-cell Slide" r:id="rId4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4EEBAC-FF28-08F8-EB2F-1F3ACBB7BD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759459"/>
            <a:ext cx="10850880" cy="520701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42C3B-6191-4FCC-892C-38AF4234E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482166"/>
            <a:ext cx="10861040" cy="469426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64E22B-AE9E-442B-AA5F-E8AC6B0E3B7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BCBFA1EE-BECD-4887-AC0A-41F4CAF81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11" name="Slide Number Placeholder 17">
            <a:extLst>
              <a:ext uri="{FF2B5EF4-FFF2-40B4-BE49-F238E27FC236}">
                <a16:creationId xmlns:a16="http://schemas.microsoft.com/office/drawing/2014/main" id="{B0C0A961-4760-478B-92D9-DFE0D6E83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D44F0-9262-4CAF-B936-25EE51300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/>
                </a:solidFill>
              </a:defRPr>
            </a:lvl1pPr>
          </a:lstStyle>
          <a:p>
            <a:fld id="{C78FA87F-B381-4BFD-9C06-033CFB0D6B19}" type="datetime5">
              <a:rPr lang="en-US" sz="1333" smtClean="0"/>
              <a:t>27-Jun-25</a:t>
            </a:fld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4004221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670" r:id="rId1"/>
    <p:sldLayoutId id="2147487671" r:id="rId2"/>
    <p:sldLayoutId id="2147487672" r:id="rId3"/>
    <p:sldLayoutId id="2147487673" r:id="rId4"/>
    <p:sldLayoutId id="2147487674" r:id="rId5"/>
    <p:sldLayoutId id="2147487675" r:id="rId6"/>
    <p:sldLayoutId id="2147487676" r:id="rId7"/>
    <p:sldLayoutId id="2147487677" r:id="rId8"/>
    <p:sldLayoutId id="2147487678" r:id="rId9"/>
    <p:sldLayoutId id="2147487679" r:id="rId10"/>
    <p:sldLayoutId id="2147487680" r:id="rId11"/>
    <p:sldLayoutId id="2147487681" r:id="rId12"/>
    <p:sldLayoutId id="2147487682" r:id="rId13"/>
    <p:sldLayoutId id="2147487683" r:id="rId14"/>
    <p:sldLayoutId id="2147487684" r:id="rId15"/>
    <p:sldLayoutId id="2147487685" r:id="rId16"/>
    <p:sldLayoutId id="2147487686" r:id="rId17"/>
    <p:sldLayoutId id="2147487687" r:id="rId18"/>
    <p:sldLayoutId id="2147487688" r:id="rId19"/>
    <p:sldLayoutId id="2147487689" r:id="rId20"/>
    <p:sldLayoutId id="2147487690" r:id="rId21"/>
    <p:sldLayoutId id="2147487691" r:id="rId22"/>
    <p:sldLayoutId id="2147487692" r:id="rId23"/>
    <p:sldLayoutId id="2147487693" r:id="rId24"/>
    <p:sldLayoutId id="2147487694" r:id="rId25"/>
    <p:sldLayoutId id="2147487695" r:id="rId26"/>
    <p:sldLayoutId id="2147487696" r:id="rId27"/>
    <p:sldLayoutId id="2147487697" r:id="rId28"/>
    <p:sldLayoutId id="2147487698" r:id="rId29"/>
    <p:sldLayoutId id="2147487699" r:id="rId30"/>
    <p:sldLayoutId id="2147487700" r:id="rId31"/>
    <p:sldLayoutId id="2147487701" r:id="rId32"/>
    <p:sldLayoutId id="2147487702" r:id="rId33"/>
    <p:sldLayoutId id="2147487703" r:id="rId34"/>
    <p:sldLayoutId id="2147487704" r:id="rId35"/>
    <p:sldLayoutId id="2147487705" r:id="rId36"/>
    <p:sldLayoutId id="2147487706" r:id="rId37"/>
    <p:sldLayoutId id="2147487707" r:id="rId38"/>
    <p:sldLayoutId id="2147487860" r:id="rId39"/>
    <p:sldLayoutId id="2147487893" r:id="rId40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67" b="0" kern="1200" cap="none" spc="0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133" b="0" kern="12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226478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67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533387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–"/>
        <a:defRPr sz="16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768331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992693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»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F26B43"/>
          </p15:clr>
        </p15:guide>
        <p15:guide id="2" pos="5448">
          <p15:clr>
            <a:srgbClr val="F26B43"/>
          </p15:clr>
        </p15:guide>
        <p15:guide id="3" orient="horz" pos="168">
          <p15:clr>
            <a:srgbClr val="F26B43"/>
          </p15:clr>
        </p15:guide>
        <p15:guide id="4" orient="horz" pos="30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A8611A44-3316-4207-BED9-11DAF5EEC6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082167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35" imgH="435" progId="TCLayout.ActiveDocument.1">
                  <p:embed/>
                </p:oleObj>
              </mc:Choice>
              <mc:Fallback>
                <p:oleObj name="think-cell Slide" r:id="rId31" imgW="435" imgH="43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A8611A44-3316-4207-BED9-11DAF5EE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482" y="761905"/>
            <a:ext cx="10821393" cy="520701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42C3B-6191-4FCC-892C-38AF4234E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483" y="1282606"/>
            <a:ext cx="10831525" cy="469426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5BA594-28BB-43AC-B96D-C3C10B94B6E8}"/>
              </a:ext>
            </a:extLst>
          </p:cNvPr>
          <p:cNvGrpSpPr/>
          <p:nvPr userDrawn="1"/>
        </p:nvGrpSpPr>
        <p:grpSpPr>
          <a:xfrm>
            <a:off x="380997" y="6465295"/>
            <a:ext cx="906419" cy="250759"/>
            <a:chOff x="381001" y="6005370"/>
            <a:chExt cx="1880508" cy="520239"/>
          </a:xfrm>
          <a:solidFill>
            <a:schemeClr val="tx1"/>
          </a:solidFill>
        </p:grpSpPr>
        <p:grpSp>
          <p:nvGrpSpPr>
            <p:cNvPr id="13" name="Logo_WH" descr="Accenture logo in white">
              <a:extLst>
                <a:ext uri="{FF2B5EF4-FFF2-40B4-BE49-F238E27FC236}">
                  <a16:creationId xmlns:a16="http://schemas.microsoft.com/office/drawing/2014/main" id="{DD0D6272-3FA8-4753-816F-B2BC71595467}"/>
                </a:ext>
              </a:extLst>
            </p:cNvPr>
            <p:cNvGrpSpPr>
              <a:grpSpLocks noChangeAspect="1"/>
            </p:cNvGrpSpPr>
            <p:nvPr userDrawn="1"/>
          </p:nvGrpSpPr>
          <p:grpSpPr bwMode="black">
            <a:xfrm>
              <a:off x="381001" y="6005693"/>
              <a:ext cx="1626841" cy="428588"/>
              <a:chOff x="1561" y="187"/>
              <a:chExt cx="4536" cy="1195"/>
            </a:xfrm>
            <a:grpFill/>
          </p:grpSpPr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001E1119-156A-4CCA-81D2-9529F816BA35}"/>
                  </a:ext>
                </a:extLst>
              </p:cNvPr>
              <p:cNvSpPr>
                <a:spLocks/>
              </p:cNvSpPr>
              <p:nvPr userDrawn="1"/>
            </p:nvSpPr>
            <p:spPr bwMode="black">
              <a:xfrm>
                <a:off x="4205" y="187"/>
                <a:ext cx="447" cy="473"/>
              </a:xfrm>
              <a:custGeom>
                <a:avLst/>
                <a:gdLst>
                  <a:gd name="T0" fmla="*/ 0 w 931"/>
                  <a:gd name="T1" fmla="*/ 696 h 985"/>
                  <a:gd name="T2" fmla="*/ 544 w 931"/>
                  <a:gd name="T3" fmla="*/ 494 h 985"/>
                  <a:gd name="T4" fmla="*/ 0 w 931"/>
                  <a:gd name="T5" fmla="*/ 281 h 985"/>
                  <a:gd name="T6" fmla="*/ 0 w 931"/>
                  <a:gd name="T7" fmla="*/ 0 h 985"/>
                  <a:gd name="T8" fmla="*/ 931 w 931"/>
                  <a:gd name="T9" fmla="*/ 375 h 985"/>
                  <a:gd name="T10" fmla="*/ 931 w 931"/>
                  <a:gd name="T11" fmla="*/ 608 h 985"/>
                  <a:gd name="T12" fmla="*/ 0 w 931"/>
                  <a:gd name="T13" fmla="*/ 985 h 985"/>
                  <a:gd name="T14" fmla="*/ 0 w 931"/>
                  <a:gd name="T15" fmla="*/ 696 h 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1" h="985">
                    <a:moveTo>
                      <a:pt x="0" y="696"/>
                    </a:moveTo>
                    <a:lnTo>
                      <a:pt x="544" y="494"/>
                    </a:lnTo>
                    <a:lnTo>
                      <a:pt x="0" y="281"/>
                    </a:lnTo>
                    <a:lnTo>
                      <a:pt x="0" y="0"/>
                    </a:lnTo>
                    <a:lnTo>
                      <a:pt x="931" y="375"/>
                    </a:lnTo>
                    <a:lnTo>
                      <a:pt x="931" y="608"/>
                    </a:lnTo>
                    <a:lnTo>
                      <a:pt x="0" y="985"/>
                    </a:lnTo>
                    <a:lnTo>
                      <a:pt x="0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raphik Regular"/>
                  <a:ea typeface="+mn-ea"/>
                  <a:cs typeface="+mn-cs"/>
                </a:endParaRPr>
              </a:p>
            </p:txBody>
          </p:sp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8AAF7A4B-C2BC-4F43-81E3-99514F7EA4F8}"/>
                  </a:ext>
                </a:extLst>
              </p:cNvPr>
              <p:cNvSpPr>
                <a:spLocks noEditPoints="1"/>
              </p:cNvSpPr>
              <p:nvPr userDrawn="1"/>
            </p:nvSpPr>
            <p:spPr bwMode="black">
              <a:xfrm>
                <a:off x="1561" y="690"/>
                <a:ext cx="4536" cy="692"/>
              </a:xfrm>
              <a:custGeom>
                <a:avLst/>
                <a:gdLst>
                  <a:gd name="T0" fmla="*/ 8952 w 9448"/>
                  <a:gd name="T1" fmla="*/ 519 h 1442"/>
                  <a:gd name="T2" fmla="*/ 8431 w 9448"/>
                  <a:gd name="T3" fmla="*/ 892 h 1442"/>
                  <a:gd name="T4" fmla="*/ 9448 w 9448"/>
                  <a:gd name="T5" fmla="*/ 819 h 1442"/>
                  <a:gd name="T6" fmla="*/ 8967 w 9448"/>
                  <a:gd name="T7" fmla="*/ 1221 h 1442"/>
                  <a:gd name="T8" fmla="*/ 8961 w 9448"/>
                  <a:gd name="T9" fmla="*/ 1442 h 1442"/>
                  <a:gd name="T10" fmla="*/ 8008 w 9448"/>
                  <a:gd name="T11" fmla="*/ 529 h 1442"/>
                  <a:gd name="T12" fmla="*/ 8008 w 9448"/>
                  <a:gd name="T13" fmla="*/ 859 h 1442"/>
                  <a:gd name="T14" fmla="*/ 7704 w 9448"/>
                  <a:gd name="T15" fmla="*/ 329 h 1442"/>
                  <a:gd name="T16" fmla="*/ 7178 w 9448"/>
                  <a:gd name="T17" fmla="*/ 1259 h 1442"/>
                  <a:gd name="T18" fmla="*/ 6522 w 9448"/>
                  <a:gd name="T19" fmla="*/ 329 h 1442"/>
                  <a:gd name="T20" fmla="*/ 6987 w 9448"/>
                  <a:gd name="T21" fmla="*/ 1205 h 1442"/>
                  <a:gd name="T22" fmla="*/ 7483 w 9448"/>
                  <a:gd name="T23" fmla="*/ 329 h 1442"/>
                  <a:gd name="T24" fmla="*/ 6128 w 9448"/>
                  <a:gd name="T25" fmla="*/ 329 h 1442"/>
                  <a:gd name="T26" fmla="*/ 6128 w 9448"/>
                  <a:gd name="T27" fmla="*/ 556 h 1442"/>
                  <a:gd name="T28" fmla="*/ 6343 w 9448"/>
                  <a:gd name="T29" fmla="*/ 1174 h 1442"/>
                  <a:gd name="T30" fmla="*/ 5822 w 9448"/>
                  <a:gd name="T31" fmla="*/ 1105 h 1442"/>
                  <a:gd name="T32" fmla="*/ 5694 w 9448"/>
                  <a:gd name="T33" fmla="*/ 329 h 1442"/>
                  <a:gd name="T34" fmla="*/ 6128 w 9448"/>
                  <a:gd name="T35" fmla="*/ 0 h 1442"/>
                  <a:gd name="T36" fmla="*/ 4900 w 9448"/>
                  <a:gd name="T37" fmla="*/ 492 h 1442"/>
                  <a:gd name="T38" fmla="*/ 5559 w 9448"/>
                  <a:gd name="T39" fmla="*/ 1419 h 1442"/>
                  <a:gd name="T40" fmla="*/ 5092 w 9448"/>
                  <a:gd name="T41" fmla="*/ 552 h 1442"/>
                  <a:gd name="T42" fmla="*/ 4596 w 9448"/>
                  <a:gd name="T43" fmla="*/ 1419 h 1442"/>
                  <a:gd name="T44" fmla="*/ 4112 w 9448"/>
                  <a:gd name="T45" fmla="*/ 748 h 1442"/>
                  <a:gd name="T46" fmla="*/ 3921 w 9448"/>
                  <a:gd name="T47" fmla="*/ 1442 h 1442"/>
                  <a:gd name="T48" fmla="*/ 3910 w 9448"/>
                  <a:gd name="T49" fmla="*/ 306 h 1442"/>
                  <a:gd name="T50" fmla="*/ 3700 w 9448"/>
                  <a:gd name="T51" fmla="*/ 950 h 1442"/>
                  <a:gd name="T52" fmla="*/ 4408 w 9448"/>
                  <a:gd name="T53" fmla="*/ 1080 h 1442"/>
                  <a:gd name="T54" fmla="*/ 2257 w 9448"/>
                  <a:gd name="T55" fmla="*/ 886 h 1442"/>
                  <a:gd name="T56" fmla="*/ 3258 w 9448"/>
                  <a:gd name="T57" fmla="*/ 717 h 1442"/>
                  <a:gd name="T58" fmla="*/ 2568 w 9448"/>
                  <a:gd name="T59" fmla="*/ 859 h 1442"/>
                  <a:gd name="T60" fmla="*/ 2987 w 9448"/>
                  <a:gd name="T61" fmla="*/ 1017 h 1442"/>
                  <a:gd name="T62" fmla="*/ 1644 w 9448"/>
                  <a:gd name="T63" fmla="*/ 1442 h 1442"/>
                  <a:gd name="T64" fmla="*/ 1646 w 9448"/>
                  <a:gd name="T65" fmla="*/ 306 h 1442"/>
                  <a:gd name="T66" fmla="*/ 1653 w 9448"/>
                  <a:gd name="T67" fmla="*/ 542 h 1442"/>
                  <a:gd name="T68" fmla="*/ 1655 w 9448"/>
                  <a:gd name="T69" fmla="*/ 1213 h 1442"/>
                  <a:gd name="T70" fmla="*/ 1644 w 9448"/>
                  <a:gd name="T71" fmla="*/ 1442 h 1442"/>
                  <a:gd name="T72" fmla="*/ 529 w 9448"/>
                  <a:gd name="T73" fmla="*/ 953 h 1442"/>
                  <a:gd name="T74" fmla="*/ 450 w 9448"/>
                  <a:gd name="T75" fmla="*/ 1230 h 1442"/>
                  <a:gd name="T76" fmla="*/ 0 w 9448"/>
                  <a:gd name="T77" fmla="*/ 1121 h 1442"/>
                  <a:gd name="T78" fmla="*/ 650 w 9448"/>
                  <a:gd name="T79" fmla="*/ 752 h 1442"/>
                  <a:gd name="T80" fmla="*/ 325 w 9448"/>
                  <a:gd name="T81" fmla="*/ 667 h 1442"/>
                  <a:gd name="T82" fmla="*/ 954 w 9448"/>
                  <a:gd name="T83" fmla="*/ 690 h 1442"/>
                  <a:gd name="T84" fmla="*/ 656 w 9448"/>
                  <a:gd name="T85" fmla="*/ 1294 h 1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448" h="1442">
                    <a:moveTo>
                      <a:pt x="8744" y="748"/>
                    </a:moveTo>
                    <a:lnTo>
                      <a:pt x="9152" y="748"/>
                    </a:lnTo>
                    <a:cubicBezTo>
                      <a:pt x="9146" y="588"/>
                      <a:pt x="9073" y="519"/>
                      <a:pt x="8952" y="519"/>
                    </a:cubicBezTo>
                    <a:cubicBezTo>
                      <a:pt x="8857" y="519"/>
                      <a:pt x="8769" y="571"/>
                      <a:pt x="8744" y="748"/>
                    </a:cubicBezTo>
                    <a:close/>
                    <a:moveTo>
                      <a:pt x="8961" y="1442"/>
                    </a:moveTo>
                    <a:cubicBezTo>
                      <a:pt x="8646" y="1442"/>
                      <a:pt x="8431" y="1255"/>
                      <a:pt x="8431" y="892"/>
                    </a:cubicBezTo>
                    <a:lnTo>
                      <a:pt x="8431" y="871"/>
                    </a:lnTo>
                    <a:cubicBezTo>
                      <a:pt x="8431" y="507"/>
                      <a:pt x="8659" y="306"/>
                      <a:pt x="8950" y="306"/>
                    </a:cubicBezTo>
                    <a:cubicBezTo>
                      <a:pt x="9221" y="306"/>
                      <a:pt x="9448" y="459"/>
                      <a:pt x="9448" y="819"/>
                    </a:cubicBezTo>
                    <a:lnTo>
                      <a:pt x="9448" y="950"/>
                    </a:lnTo>
                    <a:lnTo>
                      <a:pt x="8740" y="950"/>
                    </a:lnTo>
                    <a:cubicBezTo>
                      <a:pt x="8752" y="1146"/>
                      <a:pt x="8836" y="1221"/>
                      <a:pt x="8967" y="1221"/>
                    </a:cubicBezTo>
                    <a:cubicBezTo>
                      <a:pt x="9084" y="1221"/>
                      <a:pt x="9146" y="1159"/>
                      <a:pt x="9167" y="1080"/>
                    </a:cubicBezTo>
                    <a:lnTo>
                      <a:pt x="9448" y="1080"/>
                    </a:lnTo>
                    <a:cubicBezTo>
                      <a:pt x="9415" y="1286"/>
                      <a:pt x="9246" y="1442"/>
                      <a:pt x="8961" y="1442"/>
                    </a:cubicBezTo>
                    <a:close/>
                    <a:moveTo>
                      <a:pt x="7704" y="329"/>
                    </a:moveTo>
                    <a:lnTo>
                      <a:pt x="8008" y="329"/>
                    </a:lnTo>
                    <a:lnTo>
                      <a:pt x="8008" y="529"/>
                    </a:lnTo>
                    <a:cubicBezTo>
                      <a:pt x="8073" y="383"/>
                      <a:pt x="8175" y="315"/>
                      <a:pt x="8335" y="315"/>
                    </a:cubicBezTo>
                    <a:lnTo>
                      <a:pt x="8335" y="615"/>
                    </a:lnTo>
                    <a:cubicBezTo>
                      <a:pt x="8129" y="615"/>
                      <a:pt x="8008" y="677"/>
                      <a:pt x="8008" y="859"/>
                    </a:cubicBezTo>
                    <a:lnTo>
                      <a:pt x="8008" y="1419"/>
                    </a:lnTo>
                    <a:lnTo>
                      <a:pt x="7704" y="1419"/>
                    </a:lnTo>
                    <a:lnTo>
                      <a:pt x="7704" y="329"/>
                    </a:lnTo>
                    <a:close/>
                    <a:moveTo>
                      <a:pt x="7483" y="1419"/>
                    </a:moveTo>
                    <a:lnTo>
                      <a:pt x="7178" y="1419"/>
                    </a:lnTo>
                    <a:lnTo>
                      <a:pt x="7178" y="1259"/>
                    </a:lnTo>
                    <a:cubicBezTo>
                      <a:pt x="7126" y="1363"/>
                      <a:pt x="7024" y="1442"/>
                      <a:pt x="6862" y="1442"/>
                    </a:cubicBezTo>
                    <a:cubicBezTo>
                      <a:pt x="6666" y="1442"/>
                      <a:pt x="6522" y="1323"/>
                      <a:pt x="6522" y="1067"/>
                    </a:cubicBezTo>
                    <a:lnTo>
                      <a:pt x="6522" y="329"/>
                    </a:lnTo>
                    <a:lnTo>
                      <a:pt x="6828" y="329"/>
                    </a:lnTo>
                    <a:lnTo>
                      <a:pt x="6828" y="1021"/>
                    </a:lnTo>
                    <a:cubicBezTo>
                      <a:pt x="6828" y="1146"/>
                      <a:pt x="6878" y="1205"/>
                      <a:pt x="6987" y="1205"/>
                    </a:cubicBezTo>
                    <a:cubicBezTo>
                      <a:pt x="7093" y="1205"/>
                      <a:pt x="7178" y="1138"/>
                      <a:pt x="7178" y="1003"/>
                    </a:cubicBezTo>
                    <a:lnTo>
                      <a:pt x="7178" y="329"/>
                    </a:lnTo>
                    <a:lnTo>
                      <a:pt x="7483" y="329"/>
                    </a:lnTo>
                    <a:lnTo>
                      <a:pt x="7483" y="1419"/>
                    </a:lnTo>
                    <a:close/>
                    <a:moveTo>
                      <a:pt x="6128" y="0"/>
                    </a:moveTo>
                    <a:lnTo>
                      <a:pt x="6128" y="329"/>
                    </a:lnTo>
                    <a:lnTo>
                      <a:pt x="6336" y="329"/>
                    </a:lnTo>
                    <a:lnTo>
                      <a:pt x="6336" y="556"/>
                    </a:lnTo>
                    <a:lnTo>
                      <a:pt x="6128" y="556"/>
                    </a:lnTo>
                    <a:lnTo>
                      <a:pt x="6128" y="1073"/>
                    </a:lnTo>
                    <a:cubicBezTo>
                      <a:pt x="6128" y="1155"/>
                      <a:pt x="6165" y="1192"/>
                      <a:pt x="6236" y="1192"/>
                    </a:cubicBezTo>
                    <a:cubicBezTo>
                      <a:pt x="6280" y="1192"/>
                      <a:pt x="6313" y="1186"/>
                      <a:pt x="6343" y="1174"/>
                    </a:cubicBezTo>
                    <a:lnTo>
                      <a:pt x="6343" y="1411"/>
                    </a:lnTo>
                    <a:cubicBezTo>
                      <a:pt x="6307" y="1422"/>
                      <a:pt x="6247" y="1434"/>
                      <a:pt x="6172" y="1434"/>
                    </a:cubicBezTo>
                    <a:cubicBezTo>
                      <a:pt x="5934" y="1434"/>
                      <a:pt x="5822" y="1326"/>
                      <a:pt x="5822" y="1105"/>
                    </a:cubicBezTo>
                    <a:lnTo>
                      <a:pt x="5822" y="556"/>
                    </a:lnTo>
                    <a:lnTo>
                      <a:pt x="5694" y="556"/>
                    </a:lnTo>
                    <a:lnTo>
                      <a:pt x="5694" y="329"/>
                    </a:lnTo>
                    <a:lnTo>
                      <a:pt x="5822" y="329"/>
                    </a:lnTo>
                    <a:lnTo>
                      <a:pt x="5822" y="125"/>
                    </a:lnTo>
                    <a:lnTo>
                      <a:pt x="6128" y="0"/>
                    </a:lnTo>
                    <a:close/>
                    <a:moveTo>
                      <a:pt x="4596" y="329"/>
                    </a:moveTo>
                    <a:lnTo>
                      <a:pt x="4900" y="329"/>
                    </a:lnTo>
                    <a:lnTo>
                      <a:pt x="4900" y="492"/>
                    </a:lnTo>
                    <a:cubicBezTo>
                      <a:pt x="4954" y="390"/>
                      <a:pt x="5063" y="306"/>
                      <a:pt x="5230" y="306"/>
                    </a:cubicBezTo>
                    <a:cubicBezTo>
                      <a:pt x="5428" y="306"/>
                      <a:pt x="5559" y="425"/>
                      <a:pt x="5559" y="690"/>
                    </a:cubicBezTo>
                    <a:lnTo>
                      <a:pt x="5559" y="1419"/>
                    </a:lnTo>
                    <a:lnTo>
                      <a:pt x="5255" y="1419"/>
                    </a:lnTo>
                    <a:lnTo>
                      <a:pt x="5255" y="736"/>
                    </a:lnTo>
                    <a:cubicBezTo>
                      <a:pt x="5255" y="609"/>
                      <a:pt x="5202" y="552"/>
                      <a:pt x="5092" y="552"/>
                    </a:cubicBezTo>
                    <a:cubicBezTo>
                      <a:pt x="4986" y="552"/>
                      <a:pt x="4900" y="617"/>
                      <a:pt x="4900" y="755"/>
                    </a:cubicBezTo>
                    <a:lnTo>
                      <a:pt x="4900" y="1419"/>
                    </a:lnTo>
                    <a:lnTo>
                      <a:pt x="4596" y="1419"/>
                    </a:lnTo>
                    <a:lnTo>
                      <a:pt x="4596" y="329"/>
                    </a:lnTo>
                    <a:close/>
                    <a:moveTo>
                      <a:pt x="3704" y="748"/>
                    </a:moveTo>
                    <a:lnTo>
                      <a:pt x="4112" y="748"/>
                    </a:lnTo>
                    <a:cubicBezTo>
                      <a:pt x="4106" y="588"/>
                      <a:pt x="4033" y="519"/>
                      <a:pt x="3912" y="519"/>
                    </a:cubicBezTo>
                    <a:cubicBezTo>
                      <a:pt x="3816" y="519"/>
                      <a:pt x="3729" y="571"/>
                      <a:pt x="3704" y="748"/>
                    </a:cubicBezTo>
                    <a:close/>
                    <a:moveTo>
                      <a:pt x="3921" y="1442"/>
                    </a:moveTo>
                    <a:cubicBezTo>
                      <a:pt x="3606" y="1442"/>
                      <a:pt x="3391" y="1255"/>
                      <a:pt x="3391" y="892"/>
                    </a:cubicBezTo>
                    <a:lnTo>
                      <a:pt x="3391" y="871"/>
                    </a:lnTo>
                    <a:cubicBezTo>
                      <a:pt x="3391" y="507"/>
                      <a:pt x="3618" y="306"/>
                      <a:pt x="3910" y="306"/>
                    </a:cubicBezTo>
                    <a:cubicBezTo>
                      <a:pt x="4181" y="306"/>
                      <a:pt x="4408" y="459"/>
                      <a:pt x="4408" y="819"/>
                    </a:cubicBezTo>
                    <a:lnTo>
                      <a:pt x="4408" y="950"/>
                    </a:lnTo>
                    <a:lnTo>
                      <a:pt x="3700" y="950"/>
                    </a:lnTo>
                    <a:cubicBezTo>
                      <a:pt x="3712" y="1146"/>
                      <a:pt x="3795" y="1221"/>
                      <a:pt x="3927" y="1221"/>
                    </a:cubicBezTo>
                    <a:cubicBezTo>
                      <a:pt x="4043" y="1221"/>
                      <a:pt x="4106" y="1159"/>
                      <a:pt x="4127" y="1080"/>
                    </a:cubicBezTo>
                    <a:lnTo>
                      <a:pt x="4408" y="1080"/>
                    </a:lnTo>
                    <a:cubicBezTo>
                      <a:pt x="4375" y="1286"/>
                      <a:pt x="4206" y="1442"/>
                      <a:pt x="3921" y="1442"/>
                    </a:cubicBezTo>
                    <a:close/>
                    <a:moveTo>
                      <a:pt x="2778" y="1442"/>
                    </a:moveTo>
                    <a:cubicBezTo>
                      <a:pt x="2476" y="1442"/>
                      <a:pt x="2257" y="1255"/>
                      <a:pt x="2257" y="886"/>
                    </a:cubicBezTo>
                    <a:lnTo>
                      <a:pt x="2257" y="871"/>
                    </a:lnTo>
                    <a:cubicBezTo>
                      <a:pt x="2257" y="502"/>
                      <a:pt x="2491" y="306"/>
                      <a:pt x="2780" y="306"/>
                    </a:cubicBezTo>
                    <a:cubicBezTo>
                      <a:pt x="3028" y="306"/>
                      <a:pt x="3233" y="432"/>
                      <a:pt x="3258" y="717"/>
                    </a:cubicBezTo>
                    <a:lnTo>
                      <a:pt x="2966" y="717"/>
                    </a:lnTo>
                    <a:cubicBezTo>
                      <a:pt x="2947" y="611"/>
                      <a:pt x="2893" y="542"/>
                      <a:pt x="2787" y="542"/>
                    </a:cubicBezTo>
                    <a:cubicBezTo>
                      <a:pt x="2657" y="542"/>
                      <a:pt x="2568" y="644"/>
                      <a:pt x="2568" y="859"/>
                    </a:cubicBezTo>
                    <a:lnTo>
                      <a:pt x="2568" y="892"/>
                    </a:lnTo>
                    <a:cubicBezTo>
                      <a:pt x="2568" y="1113"/>
                      <a:pt x="2647" y="1213"/>
                      <a:pt x="2789" y="1213"/>
                    </a:cubicBezTo>
                    <a:cubicBezTo>
                      <a:pt x="2893" y="1213"/>
                      <a:pt x="2970" y="1136"/>
                      <a:pt x="2987" y="1017"/>
                    </a:cubicBezTo>
                    <a:lnTo>
                      <a:pt x="3264" y="1017"/>
                    </a:lnTo>
                    <a:cubicBezTo>
                      <a:pt x="3243" y="1265"/>
                      <a:pt x="3074" y="1442"/>
                      <a:pt x="2778" y="1442"/>
                    </a:cubicBezTo>
                    <a:close/>
                    <a:moveTo>
                      <a:pt x="1644" y="1442"/>
                    </a:moveTo>
                    <a:cubicBezTo>
                      <a:pt x="1342" y="1442"/>
                      <a:pt x="1123" y="1255"/>
                      <a:pt x="1123" y="886"/>
                    </a:cubicBezTo>
                    <a:lnTo>
                      <a:pt x="1123" y="871"/>
                    </a:lnTo>
                    <a:cubicBezTo>
                      <a:pt x="1123" y="502"/>
                      <a:pt x="1357" y="306"/>
                      <a:pt x="1646" y="306"/>
                    </a:cubicBezTo>
                    <a:cubicBezTo>
                      <a:pt x="1894" y="306"/>
                      <a:pt x="2099" y="432"/>
                      <a:pt x="2124" y="717"/>
                    </a:cubicBezTo>
                    <a:lnTo>
                      <a:pt x="1832" y="717"/>
                    </a:lnTo>
                    <a:cubicBezTo>
                      <a:pt x="1813" y="611"/>
                      <a:pt x="1759" y="542"/>
                      <a:pt x="1653" y="542"/>
                    </a:cubicBezTo>
                    <a:cubicBezTo>
                      <a:pt x="1523" y="542"/>
                      <a:pt x="1434" y="644"/>
                      <a:pt x="1434" y="859"/>
                    </a:cubicBezTo>
                    <a:lnTo>
                      <a:pt x="1434" y="892"/>
                    </a:lnTo>
                    <a:cubicBezTo>
                      <a:pt x="1434" y="1113"/>
                      <a:pt x="1513" y="1213"/>
                      <a:pt x="1655" y="1213"/>
                    </a:cubicBezTo>
                    <a:cubicBezTo>
                      <a:pt x="1759" y="1213"/>
                      <a:pt x="1836" y="1136"/>
                      <a:pt x="1853" y="1017"/>
                    </a:cubicBezTo>
                    <a:lnTo>
                      <a:pt x="2130" y="1017"/>
                    </a:lnTo>
                    <a:cubicBezTo>
                      <a:pt x="2109" y="1265"/>
                      <a:pt x="1940" y="1442"/>
                      <a:pt x="1644" y="1442"/>
                    </a:cubicBezTo>
                    <a:close/>
                    <a:moveTo>
                      <a:pt x="650" y="1057"/>
                    </a:moveTo>
                    <a:lnTo>
                      <a:pt x="650" y="953"/>
                    </a:lnTo>
                    <a:lnTo>
                      <a:pt x="529" y="953"/>
                    </a:lnTo>
                    <a:cubicBezTo>
                      <a:pt x="379" y="953"/>
                      <a:pt x="302" y="994"/>
                      <a:pt x="302" y="1092"/>
                    </a:cubicBezTo>
                    <a:lnTo>
                      <a:pt x="302" y="1103"/>
                    </a:lnTo>
                    <a:cubicBezTo>
                      <a:pt x="302" y="1178"/>
                      <a:pt x="348" y="1230"/>
                      <a:pt x="450" y="1230"/>
                    </a:cubicBezTo>
                    <a:cubicBezTo>
                      <a:pt x="554" y="1230"/>
                      <a:pt x="650" y="1171"/>
                      <a:pt x="650" y="1057"/>
                    </a:cubicBezTo>
                    <a:close/>
                    <a:moveTo>
                      <a:pt x="358" y="1442"/>
                    </a:moveTo>
                    <a:cubicBezTo>
                      <a:pt x="162" y="1442"/>
                      <a:pt x="0" y="1342"/>
                      <a:pt x="0" y="1121"/>
                    </a:cubicBezTo>
                    <a:lnTo>
                      <a:pt x="0" y="1109"/>
                    </a:lnTo>
                    <a:cubicBezTo>
                      <a:pt x="0" y="840"/>
                      <a:pt x="233" y="752"/>
                      <a:pt x="514" y="752"/>
                    </a:cubicBezTo>
                    <a:lnTo>
                      <a:pt x="650" y="752"/>
                    </a:lnTo>
                    <a:lnTo>
                      <a:pt x="650" y="700"/>
                    </a:lnTo>
                    <a:cubicBezTo>
                      <a:pt x="650" y="592"/>
                      <a:pt x="602" y="525"/>
                      <a:pt x="489" y="525"/>
                    </a:cubicBezTo>
                    <a:cubicBezTo>
                      <a:pt x="387" y="525"/>
                      <a:pt x="333" y="584"/>
                      <a:pt x="325" y="667"/>
                    </a:cubicBezTo>
                    <a:lnTo>
                      <a:pt x="33" y="667"/>
                    </a:lnTo>
                    <a:cubicBezTo>
                      <a:pt x="54" y="425"/>
                      <a:pt x="246" y="306"/>
                      <a:pt x="504" y="306"/>
                    </a:cubicBezTo>
                    <a:cubicBezTo>
                      <a:pt x="767" y="306"/>
                      <a:pt x="954" y="419"/>
                      <a:pt x="954" y="690"/>
                    </a:cubicBezTo>
                    <a:lnTo>
                      <a:pt x="954" y="1419"/>
                    </a:lnTo>
                    <a:lnTo>
                      <a:pt x="656" y="1419"/>
                    </a:lnTo>
                    <a:lnTo>
                      <a:pt x="656" y="1294"/>
                    </a:lnTo>
                    <a:cubicBezTo>
                      <a:pt x="604" y="1374"/>
                      <a:pt x="504" y="1442"/>
                      <a:pt x="358" y="144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raphik Regular"/>
                  <a:ea typeface="+mn-ea"/>
                  <a:cs typeface="+mn-cs"/>
                </a:endParaRPr>
              </a:p>
            </p:txBody>
          </p:sp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E1A19C2-9BC8-439A-A223-48BEBE00E131}"/>
                </a:ext>
              </a:extLst>
            </p:cNvPr>
            <p:cNvCxnSpPr/>
            <p:nvPr userDrawn="1"/>
          </p:nvCxnSpPr>
          <p:spPr>
            <a:xfrm>
              <a:off x="2261509" y="6005370"/>
              <a:ext cx="0" cy="520239"/>
            </a:xfrm>
            <a:prstGeom prst="lin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B770022-1FFE-42DC-BE0B-1DCF3A3F77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686" y="6502235"/>
            <a:ext cx="835687" cy="21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385BA25-A463-87D2-CE7D-F684B0BFA464}"/>
              </a:ext>
            </a:extLst>
          </p:cNvPr>
          <p:cNvSpPr txBox="1">
            <a:spLocks/>
          </p:cNvSpPr>
          <p:nvPr userDrawn="1"/>
        </p:nvSpPr>
        <p:spPr>
          <a:xfrm>
            <a:off x="9318683" y="6545359"/>
            <a:ext cx="2240069" cy="2138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Copyright © 2024 Accenture. All rights reserved.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8A461CC-3FCD-736B-984F-BF74C7721EFE}"/>
              </a:ext>
            </a:extLst>
          </p:cNvPr>
          <p:cNvSpPr txBox="1">
            <a:spLocks/>
          </p:cNvSpPr>
          <p:nvPr userDrawn="1"/>
        </p:nvSpPr>
        <p:spPr>
          <a:xfrm>
            <a:off x="11558752" y="6535199"/>
            <a:ext cx="247108" cy="132523"/>
          </a:xfrm>
          <a:prstGeom prst="rect">
            <a:avLst/>
          </a:prstGeom>
        </p:spPr>
        <p:txBody>
          <a:bodyPr lIns="72000" tIns="0" rIns="0" bIns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pl-PL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l-PL" sz="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037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780" r:id="rId1"/>
    <p:sldLayoutId id="2147487781" r:id="rId2"/>
    <p:sldLayoutId id="2147487782" r:id="rId3"/>
    <p:sldLayoutId id="2147487890" r:id="rId4"/>
    <p:sldLayoutId id="2147487891" r:id="rId5"/>
    <p:sldLayoutId id="2147487892" r:id="rId6"/>
    <p:sldLayoutId id="2147487786" r:id="rId7"/>
    <p:sldLayoutId id="2147487787" r:id="rId8"/>
    <p:sldLayoutId id="2147487788" r:id="rId9"/>
    <p:sldLayoutId id="2147487789" r:id="rId10"/>
    <p:sldLayoutId id="2147487790" r:id="rId11"/>
    <p:sldLayoutId id="2147487791" r:id="rId12"/>
    <p:sldLayoutId id="2147487792" r:id="rId13"/>
    <p:sldLayoutId id="2147487793" r:id="rId14"/>
    <p:sldLayoutId id="2147487794" r:id="rId15"/>
    <p:sldLayoutId id="2147487795" r:id="rId16"/>
    <p:sldLayoutId id="2147487796" r:id="rId17"/>
    <p:sldLayoutId id="2147487797" r:id="rId18"/>
    <p:sldLayoutId id="2147487798" r:id="rId19"/>
    <p:sldLayoutId id="2147487799" r:id="rId20"/>
    <p:sldLayoutId id="2147487800" r:id="rId21"/>
    <p:sldLayoutId id="2147487801" r:id="rId22"/>
    <p:sldLayoutId id="2147487802" r:id="rId23"/>
    <p:sldLayoutId id="2147487803" r:id="rId24"/>
    <p:sldLayoutId id="2147487804" r:id="rId25"/>
    <p:sldLayoutId id="2147487805" r:id="rId26"/>
    <p:sldLayoutId id="2147487806" r:id="rId27"/>
    <p:sldLayoutId id="2147487807" r:id="rId28"/>
  </p:sldLayoutIdLst>
  <p:hf sldNum="0"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200" b="0" kern="1200" cap="none" spc="0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133" b="0" kern="12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226478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67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533387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–"/>
        <a:defRPr sz="16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768331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992693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»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F26B43"/>
          </p15:clr>
        </p15:guide>
        <p15:guide id="2" pos="5448">
          <p15:clr>
            <a:srgbClr val="F26B43"/>
          </p15:clr>
        </p15:guide>
        <p15:guide id="3" orient="horz" pos="168">
          <p15:clr>
            <a:srgbClr val="F26B43"/>
          </p15:clr>
        </p15:guide>
        <p15:guide id="4" orient="horz" pos="30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1881691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13" imgH="416" progId="TCLayout.ActiveDocument.1">
                  <p:embed/>
                </p:oleObj>
              </mc:Choice>
              <mc:Fallback>
                <p:oleObj name="think-cell Slide" r:id="rId2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172212"/>
            <a:ext cx="11082528" cy="3847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243585"/>
              <a:ext cx="11082528" cy="4974336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1709928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24358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870808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Above Chart Exhibit Title</a:t>
            </a:r>
          </a:p>
          <a:p>
            <a:pPr lvl="0"/>
            <a:r>
              <a:rPr lang="en-US" b="0"/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200CE553-C5D3-4417-A1B4-42108F12ABCC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171" name="Legend1" hidden="1">
              <a:extLst>
                <a:ext uri="{FF2B5EF4-FFF2-40B4-BE49-F238E27FC236}">
                  <a16:creationId xmlns:a16="http://schemas.microsoft.com/office/drawing/2014/main" id="{60312C56-770A-4522-BF04-95E06ECFA6B5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2" name="Legend2" hidden="1">
              <a:extLst>
                <a:ext uri="{FF2B5EF4-FFF2-40B4-BE49-F238E27FC236}">
                  <a16:creationId xmlns:a16="http://schemas.microsoft.com/office/drawing/2014/main" id="{DA04C48B-F71B-4CF6-88D9-2C5D248AFDD5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3" name="Legend3" hidden="1">
              <a:extLst>
                <a:ext uri="{FF2B5EF4-FFF2-40B4-BE49-F238E27FC236}">
                  <a16:creationId xmlns:a16="http://schemas.microsoft.com/office/drawing/2014/main" id="{3105C6F6-3438-4635-BBE1-48D2ACD36708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74" name="LineLegend3" hidden="1">
              <a:extLst>
                <a:ext uri="{FF2B5EF4-FFF2-40B4-BE49-F238E27FC236}">
                  <a16:creationId xmlns:a16="http://schemas.microsoft.com/office/drawing/2014/main" id="{A6FA3498-E8C9-4D52-8CAB-D8F9EC4DE91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75" name="LineLegend2" hidden="1">
              <a:extLst>
                <a:ext uri="{FF2B5EF4-FFF2-40B4-BE49-F238E27FC236}">
                  <a16:creationId xmlns:a16="http://schemas.microsoft.com/office/drawing/2014/main" id="{939F2F42-D020-426B-96D8-C7F693CD7BB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>
                <a:ea typeface="+mn-ea"/>
              </a:endParaRPr>
            </a:p>
          </p:txBody>
        </p:sp>
        <p:sp>
          <p:nvSpPr>
            <p:cNvPr id="176" name="LineLegend1" hidden="1">
              <a:extLst>
                <a:ext uri="{FF2B5EF4-FFF2-40B4-BE49-F238E27FC236}">
                  <a16:creationId xmlns:a16="http://schemas.microsoft.com/office/drawing/2014/main" id="{AEB8F34C-4D81-4777-A905-FA600ED39B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t"/>
            <a:lstStyle/>
            <a:p>
              <a:endParaRPr lang="en-US" sz="1400" baseline="0">
                <a:ea typeface="+mn-ea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4E47B41B-1AA7-4B11-8D49-4D69330B6889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78" name="Legend1" hidden="1">
              <a:extLst>
                <a:ext uri="{FF2B5EF4-FFF2-40B4-BE49-F238E27FC236}">
                  <a16:creationId xmlns:a16="http://schemas.microsoft.com/office/drawing/2014/main" id="{2C1741D3-86CF-4EA1-8AC8-45520625C7D3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6" name="Legend2" hidden="1">
              <a:extLst>
                <a:ext uri="{FF2B5EF4-FFF2-40B4-BE49-F238E27FC236}">
                  <a16:creationId xmlns:a16="http://schemas.microsoft.com/office/drawing/2014/main" id="{98E836C7-3F1E-4F91-8B31-0532DC817EC7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8" name="Legend3" hidden="1">
              <a:extLst>
                <a:ext uri="{FF2B5EF4-FFF2-40B4-BE49-F238E27FC236}">
                  <a16:creationId xmlns:a16="http://schemas.microsoft.com/office/drawing/2014/main" id="{C491E37E-03D8-4FD9-9517-973846B69BEE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9" name="Legend4" hidden="1">
              <a:extLst>
                <a:ext uri="{FF2B5EF4-FFF2-40B4-BE49-F238E27FC236}">
                  <a16:creationId xmlns:a16="http://schemas.microsoft.com/office/drawing/2014/main" id="{8F2D3060-03A2-462E-988E-188595312AF0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00" name="Legend5" hidden="1">
              <a:extLst>
                <a:ext uri="{FF2B5EF4-FFF2-40B4-BE49-F238E27FC236}">
                  <a16:creationId xmlns:a16="http://schemas.microsoft.com/office/drawing/2014/main" id="{B1BBEE4C-CF5A-4A2F-AB9E-D7523304C4AA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01" name="MoonLegend1" hidden="1">
              <a:extLst>
                <a:ext uri="{FF2B5EF4-FFF2-40B4-BE49-F238E27FC236}">
                  <a16:creationId xmlns:a16="http://schemas.microsoft.com/office/drawing/2014/main" id="{A54276DD-085C-428F-B6DF-FDAA7D80DFFD}"/>
                </a:ext>
              </a:extLst>
            </p:cNvPr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 hidden="1">
                <a:extLst>
                  <a:ext uri="{FF2B5EF4-FFF2-40B4-BE49-F238E27FC236}">
                    <a16:creationId xmlns:a16="http://schemas.microsoft.com/office/drawing/2014/main" id="{78586A66-40E8-4F2E-A6E3-CD46FE66832F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15" name="Arc 214" hidden="1">
                <a:extLst>
                  <a:ext uri="{FF2B5EF4-FFF2-40B4-BE49-F238E27FC236}">
                    <a16:creationId xmlns:a16="http://schemas.microsoft.com/office/drawing/2014/main" id="{B6302B64-D6EC-49D0-86DC-14D96B337C02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2" name="MoonLegend2" hidden="1">
              <a:extLst>
                <a:ext uri="{FF2B5EF4-FFF2-40B4-BE49-F238E27FC236}">
                  <a16:creationId xmlns:a16="http://schemas.microsoft.com/office/drawing/2014/main" id="{DE26F01C-A924-46A4-BD70-83E77660CAED}"/>
                </a:ext>
              </a:extLst>
            </p:cNvPr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 hidden="1">
                <a:extLst>
                  <a:ext uri="{FF2B5EF4-FFF2-40B4-BE49-F238E27FC236}">
                    <a16:creationId xmlns:a16="http://schemas.microsoft.com/office/drawing/2014/main" id="{23FA00A5-CD3D-4E4E-81FD-56588443D8E4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Arc 212" hidden="1">
                <a:extLst>
                  <a:ext uri="{FF2B5EF4-FFF2-40B4-BE49-F238E27FC236}">
                    <a16:creationId xmlns:a16="http://schemas.microsoft.com/office/drawing/2014/main" id="{4E09F0BA-CB56-484A-AC5E-944024C56991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3" name="MoonLegend3" hidden="1">
              <a:extLst>
                <a:ext uri="{FF2B5EF4-FFF2-40B4-BE49-F238E27FC236}">
                  <a16:creationId xmlns:a16="http://schemas.microsoft.com/office/drawing/2014/main" id="{9BB49DCE-AC08-487B-8EF3-F76BCD9788D7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 hidden="1">
                <a:extLst>
                  <a:ext uri="{FF2B5EF4-FFF2-40B4-BE49-F238E27FC236}">
                    <a16:creationId xmlns:a16="http://schemas.microsoft.com/office/drawing/2014/main" id="{DABF955C-79B9-4AB8-9BC2-010CEE08483E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Arc 210" hidden="1">
                <a:extLst>
                  <a:ext uri="{FF2B5EF4-FFF2-40B4-BE49-F238E27FC236}">
                    <a16:creationId xmlns:a16="http://schemas.microsoft.com/office/drawing/2014/main" id="{28E9C4E2-FD53-4C4C-9E01-59E51CBDFF62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4" name="MoonLegend4" hidden="1">
              <a:extLst>
                <a:ext uri="{FF2B5EF4-FFF2-40B4-BE49-F238E27FC236}">
                  <a16:creationId xmlns:a16="http://schemas.microsoft.com/office/drawing/2014/main" id="{D33EEE07-BF99-42A5-99F9-6A7935AD76C6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 hidden="1">
                <a:extLst>
                  <a:ext uri="{FF2B5EF4-FFF2-40B4-BE49-F238E27FC236}">
                    <a16:creationId xmlns:a16="http://schemas.microsoft.com/office/drawing/2014/main" id="{FC3E22DE-C4FA-408E-A193-3E71201004EC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Arc 208" hidden="1">
                <a:extLst>
                  <a:ext uri="{FF2B5EF4-FFF2-40B4-BE49-F238E27FC236}">
                    <a16:creationId xmlns:a16="http://schemas.microsoft.com/office/drawing/2014/main" id="{069900FA-06E4-4E7D-A5AB-6099D411C4B1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05" name="MoonLegend5" hidden="1">
              <a:extLst>
                <a:ext uri="{FF2B5EF4-FFF2-40B4-BE49-F238E27FC236}">
                  <a16:creationId xmlns:a16="http://schemas.microsoft.com/office/drawing/2014/main" id="{35AC0A32-825F-414A-9CA1-CC46ABA6E1CD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 hidden="1">
                <a:extLst>
                  <a:ext uri="{FF2B5EF4-FFF2-40B4-BE49-F238E27FC236}">
                    <a16:creationId xmlns:a16="http://schemas.microsoft.com/office/drawing/2014/main" id="{F5CE2958-240D-44DA-B3C1-792A13D59D17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Arc 206" hidden="1">
                <a:extLst>
                  <a:ext uri="{FF2B5EF4-FFF2-40B4-BE49-F238E27FC236}">
                    <a16:creationId xmlns:a16="http://schemas.microsoft.com/office/drawing/2014/main" id="{FE239238-72FC-4CE9-8961-DF5C63ADD15B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/>
              <a:p>
                <a:pPr algn="ctr"/>
                <a:endParaRPr lang="en-US" sz="1400"/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CDAB1A9B-79C2-4EF0-8AD0-B0BEDA0F69B6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217" name="RectangleLegend1" hidden="1">
              <a:extLst>
                <a:ext uri="{FF2B5EF4-FFF2-40B4-BE49-F238E27FC236}">
                  <a16:creationId xmlns:a16="http://schemas.microsoft.com/office/drawing/2014/main" id="{4C5BC898-9BFB-4BD6-BD2D-BFCA8E4ED82F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8" name="RectangleLegend2" hidden="1">
              <a:extLst>
                <a:ext uri="{FF2B5EF4-FFF2-40B4-BE49-F238E27FC236}">
                  <a16:creationId xmlns:a16="http://schemas.microsoft.com/office/drawing/2014/main" id="{1EB18A12-BF70-43CA-8A1C-B9D97BE497B7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9" name="RectangleLegend3" hidden="1">
              <a:extLst>
                <a:ext uri="{FF2B5EF4-FFF2-40B4-BE49-F238E27FC236}">
                  <a16:creationId xmlns:a16="http://schemas.microsoft.com/office/drawing/2014/main" id="{A3140BB8-668E-4857-9968-A25C2626E35B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20" name="RectangleLegend4" hidden="1">
              <a:extLst>
                <a:ext uri="{FF2B5EF4-FFF2-40B4-BE49-F238E27FC236}">
                  <a16:creationId xmlns:a16="http://schemas.microsoft.com/office/drawing/2014/main" id="{AF64F06D-2997-401A-BD31-81EF829393CE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21" name="RectangleLegend5" hidden="1">
              <a:extLst>
                <a:ext uri="{FF2B5EF4-FFF2-40B4-BE49-F238E27FC236}">
                  <a16:creationId xmlns:a16="http://schemas.microsoft.com/office/drawing/2014/main" id="{F58D9094-C134-4BE9-9BD7-7E5F34B76E8E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22" name="Legend1" hidden="1">
              <a:extLst>
                <a:ext uri="{FF2B5EF4-FFF2-40B4-BE49-F238E27FC236}">
                  <a16:creationId xmlns:a16="http://schemas.microsoft.com/office/drawing/2014/main" id="{3C575D43-B4AB-4F52-BA78-599E6AADA51E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23" name="Legend2" hidden="1">
              <a:extLst>
                <a:ext uri="{FF2B5EF4-FFF2-40B4-BE49-F238E27FC236}">
                  <a16:creationId xmlns:a16="http://schemas.microsoft.com/office/drawing/2014/main" id="{AF473D91-BA1D-4E0D-BF0F-ABE889389083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24" name="Legend3" hidden="1">
              <a:extLst>
                <a:ext uri="{FF2B5EF4-FFF2-40B4-BE49-F238E27FC236}">
                  <a16:creationId xmlns:a16="http://schemas.microsoft.com/office/drawing/2014/main" id="{CC4E5C97-D4F2-4DC9-AB42-E47821C1580B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25" name="Legend4" hidden="1">
              <a:extLst>
                <a:ext uri="{FF2B5EF4-FFF2-40B4-BE49-F238E27FC236}">
                  <a16:creationId xmlns:a16="http://schemas.microsoft.com/office/drawing/2014/main" id="{FBEBA75D-8A1C-46CC-8DD9-7B7448AB5306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26" name="Legend5" hidden="1">
              <a:extLst>
                <a:ext uri="{FF2B5EF4-FFF2-40B4-BE49-F238E27FC236}">
                  <a16:creationId xmlns:a16="http://schemas.microsoft.com/office/drawing/2014/main" id="{5D1BBACB-3C48-487D-BFB1-6927FBDF7A48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880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811" r:id="rId1"/>
    <p:sldLayoutId id="2147487812" r:id="rId2"/>
    <p:sldLayoutId id="2147487813" r:id="rId3"/>
    <p:sldLayoutId id="2147487814" r:id="rId4"/>
    <p:sldLayoutId id="2147487815" r:id="rId5"/>
    <p:sldLayoutId id="214748781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913" indent="-21431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848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563" indent="-1476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75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781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A8611A44-3316-4207-BED9-11DAF5EEC6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082167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35" imgH="435" progId="TCLayout.ActiveDocument.1">
                  <p:embed/>
                </p:oleObj>
              </mc:Choice>
              <mc:Fallback>
                <p:oleObj name="think-cell Slide" r:id="rId28" imgW="435" imgH="43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A8611A44-3316-4207-BED9-11DAF5EE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482" y="761905"/>
            <a:ext cx="10821393" cy="520701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42C3B-6191-4FCC-892C-38AF4234E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483" y="1282606"/>
            <a:ext cx="10831525" cy="469426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770022-1FFE-42DC-BE0B-1DCF3A3F77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0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7" y="6476985"/>
            <a:ext cx="835687" cy="21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385BA25-A463-87D2-CE7D-F684B0BFA464}"/>
              </a:ext>
            </a:extLst>
          </p:cNvPr>
          <p:cNvSpPr txBox="1">
            <a:spLocks/>
          </p:cNvSpPr>
          <p:nvPr userDrawn="1"/>
        </p:nvSpPr>
        <p:spPr>
          <a:xfrm>
            <a:off x="9318683" y="6545359"/>
            <a:ext cx="2240069" cy="2138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Proprietary and confidential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8A461CC-3FCD-736B-984F-BF74C7721EFE}"/>
              </a:ext>
            </a:extLst>
          </p:cNvPr>
          <p:cNvSpPr txBox="1">
            <a:spLocks/>
          </p:cNvSpPr>
          <p:nvPr userDrawn="1"/>
        </p:nvSpPr>
        <p:spPr>
          <a:xfrm>
            <a:off x="11558752" y="6535199"/>
            <a:ext cx="247108" cy="132523"/>
          </a:xfrm>
          <a:prstGeom prst="rect">
            <a:avLst/>
          </a:prstGeom>
        </p:spPr>
        <p:txBody>
          <a:bodyPr lIns="72000" tIns="0" rIns="0" bIns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Graphik Regular" panose="020B0503030202060203" pitchFamily="34" charset="-18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pl-PL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l-PL" sz="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02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820" r:id="rId1"/>
    <p:sldLayoutId id="2147487821" r:id="rId2"/>
    <p:sldLayoutId id="2147487822" r:id="rId3"/>
    <p:sldLayoutId id="2147487823" r:id="rId4"/>
    <p:sldLayoutId id="2147487824" r:id="rId5"/>
    <p:sldLayoutId id="2147487825" r:id="rId6"/>
    <p:sldLayoutId id="2147487826" r:id="rId7"/>
    <p:sldLayoutId id="2147487827" r:id="rId8"/>
    <p:sldLayoutId id="2147487828" r:id="rId9"/>
    <p:sldLayoutId id="2147487830" r:id="rId10"/>
    <p:sldLayoutId id="2147487831" r:id="rId11"/>
    <p:sldLayoutId id="2147487832" r:id="rId12"/>
    <p:sldLayoutId id="2147487833" r:id="rId13"/>
    <p:sldLayoutId id="2147487834" r:id="rId14"/>
    <p:sldLayoutId id="2147487835" r:id="rId15"/>
    <p:sldLayoutId id="2147487836" r:id="rId16"/>
    <p:sldLayoutId id="2147487837" r:id="rId17"/>
    <p:sldLayoutId id="2147487838" r:id="rId18"/>
    <p:sldLayoutId id="2147487839" r:id="rId19"/>
    <p:sldLayoutId id="2147487840" r:id="rId20"/>
    <p:sldLayoutId id="2147487841" r:id="rId21"/>
    <p:sldLayoutId id="2147487842" r:id="rId22"/>
    <p:sldLayoutId id="2147487843" r:id="rId23"/>
    <p:sldLayoutId id="2147487844" r:id="rId24"/>
    <p:sldLayoutId id="2147487845" r:id="rId25"/>
  </p:sldLayoutIdLst>
  <p:hf sldNum="0"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200" b="0" kern="1200" cap="none" spc="0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133" b="0" kern="12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226478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67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533387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–"/>
        <a:defRPr sz="16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768331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992693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»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F26B43"/>
          </p15:clr>
        </p15:guide>
        <p15:guide id="2" pos="5448">
          <p15:clr>
            <a:srgbClr val="F26B43"/>
          </p15:clr>
        </p15:guide>
        <p15:guide id="3" orient="horz" pos="168">
          <p15:clr>
            <a:srgbClr val="F26B43"/>
          </p15:clr>
        </p15:guide>
        <p15:guide id="4" orient="horz" pos="306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0DF4835-A914-6E58-D4EF-C37B74C977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54173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73" imgH="473" progId="TCLayout.ActiveDocument.1">
                  <p:embed/>
                </p:oleObj>
              </mc:Choice>
              <mc:Fallback>
                <p:oleObj name="think-cell Slide" r:id="rId14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DF4835-A914-6E58-D4EF-C37B74C977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42C3B-6191-4FCC-892C-38AF4234E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11116"/>
            <a:ext cx="10972800" cy="4761084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4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11" name="Slide Number Placeholder 17">
            <a:extLst>
              <a:ext uri="{FF2B5EF4-FFF2-40B4-BE49-F238E27FC236}">
                <a16:creationId xmlns:a16="http://schemas.microsoft.com/office/drawing/2014/main" id="{B0C0A961-4760-478B-92D9-DFE0D6E83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4931" y="6411027"/>
            <a:ext cx="757469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 |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FA0A34E-130A-05F0-28FF-5FAA43B39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400800"/>
            <a:ext cx="4114800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>
                <a:solidFill>
                  <a:schemeClr val="tx1"/>
                </a:solidFill>
                <a:cs typeface="Calibri" panose="020F0502020204030204" pitchFamily="34" charset="0"/>
              </a:rPr>
              <a:t>Proprietary and confidential — do not distribute</a:t>
            </a:r>
          </a:p>
        </p:txBody>
      </p:sp>
    </p:spTree>
    <p:extLst>
      <p:ext uri="{BB962C8B-B14F-4D97-AF65-F5344CB8AC3E}">
        <p14:creationId xmlns:p14="http://schemas.microsoft.com/office/powerpoint/2010/main" val="11920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848" r:id="rId1"/>
    <p:sldLayoutId id="2147487849" r:id="rId2"/>
    <p:sldLayoutId id="2147487850" r:id="rId3"/>
    <p:sldLayoutId id="2147487851" r:id="rId4"/>
    <p:sldLayoutId id="2147487852" r:id="rId5"/>
    <p:sldLayoutId id="2147487853" r:id="rId6"/>
    <p:sldLayoutId id="2147487854" r:id="rId7"/>
    <p:sldLayoutId id="2147487855" r:id="rId8"/>
    <p:sldLayoutId id="2147487856" r:id="rId9"/>
    <p:sldLayoutId id="2147487857" r:id="rId10"/>
    <p:sldLayoutId id="2147487858" r:id="rId11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200" b="0" kern="1200" cap="none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12191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1pPr>
      <a:lvl2pPr marL="285750" indent="-285750" algn="l" defTabSz="12191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" indent="-285750" algn="l" defTabSz="12191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285750" indent="-285750" algn="l" defTabSz="12191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85750" indent="-285750" algn="l" defTabSz="12191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032">
          <p15:clr>
            <a:srgbClr val="547EBF"/>
          </p15:clr>
        </p15:guide>
        <p15:guide id="5" orient="horz" pos="3888">
          <p15:clr>
            <a:srgbClr val="F26B43"/>
          </p15:clr>
        </p15:guide>
        <p15:guide id="6" orient="horz" pos="360">
          <p15:clr>
            <a:srgbClr val="547EBF"/>
          </p15:clr>
        </p15:guide>
        <p15:guide id="7" orient="horz" pos="1008">
          <p15:clr>
            <a:srgbClr val="A4A3A4"/>
          </p15:clr>
        </p15:guide>
        <p15:guide id="8" orient="horz" pos="1200">
          <p15:clr>
            <a:srgbClr val="A4A3A4"/>
          </p15:clr>
        </p15:guide>
        <p15:guide id="9" orient="horz" pos="1296">
          <p15:clr>
            <a:srgbClr val="A4A3A4"/>
          </p15:clr>
        </p15:guide>
        <p15:guide id="10" orient="horz" pos="888">
          <p15:clr>
            <a:srgbClr val="F26B43"/>
          </p15:clr>
        </p15:guide>
        <p15:guide id="11" orient="horz" pos="72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759459"/>
            <a:ext cx="10850880" cy="520701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42C3B-6191-4FCC-892C-38AF4234E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482166"/>
            <a:ext cx="10861040" cy="469426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64E22B-AE9E-442B-AA5F-E8AC6B0E3B7D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BCBFA1EE-BECD-4887-AC0A-41F4CAF81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Special Use Cases  |  </a:t>
            </a:r>
            <a:endParaRPr lang="en-IN"/>
          </a:p>
        </p:txBody>
      </p:sp>
      <p:sp>
        <p:nvSpPr>
          <p:cNvPr id="11" name="Slide Number Placeholder 17">
            <a:extLst>
              <a:ext uri="{FF2B5EF4-FFF2-40B4-BE49-F238E27FC236}">
                <a16:creationId xmlns:a16="http://schemas.microsoft.com/office/drawing/2014/main" id="{B0C0A961-4760-478B-92D9-DFE0D6E83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D44F0-9262-4CAF-B936-25EE51300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/>
                </a:solidFill>
              </a:defRPr>
            </a:lvl1pPr>
          </a:lstStyle>
          <a:p>
            <a:fld id="{DAC4D4DE-BA87-45EB-9D49-738C14960654}" type="datetime1">
              <a:rPr lang="en-US" sz="1333" smtClean="0"/>
              <a:t>6/27/2025</a:t>
            </a:fld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223740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862" r:id="rId1"/>
    <p:sldLayoutId id="2147487863" r:id="rId2"/>
    <p:sldLayoutId id="2147487864" r:id="rId3"/>
    <p:sldLayoutId id="2147487865" r:id="rId4"/>
    <p:sldLayoutId id="2147487866" r:id="rId5"/>
    <p:sldLayoutId id="2147487867" r:id="rId6"/>
    <p:sldLayoutId id="2147487868" r:id="rId7"/>
    <p:sldLayoutId id="2147487869" r:id="rId8"/>
    <p:sldLayoutId id="2147487870" r:id="rId9"/>
    <p:sldLayoutId id="2147487871" r:id="rId10"/>
    <p:sldLayoutId id="2147487872" r:id="rId11"/>
    <p:sldLayoutId id="2147487873" r:id="rId12"/>
    <p:sldLayoutId id="2147487874" r:id="rId13"/>
    <p:sldLayoutId id="2147487875" r:id="rId14"/>
    <p:sldLayoutId id="2147487876" r:id="rId15"/>
    <p:sldLayoutId id="2147487877" r:id="rId16"/>
    <p:sldLayoutId id="2147487878" r:id="rId17"/>
    <p:sldLayoutId id="2147487879" r:id="rId18"/>
    <p:sldLayoutId id="2147487880" r:id="rId19"/>
    <p:sldLayoutId id="2147487881" r:id="rId20"/>
    <p:sldLayoutId id="2147487882" r:id="rId21"/>
    <p:sldLayoutId id="2147487883" r:id="rId22"/>
    <p:sldLayoutId id="2147487884" r:id="rId23"/>
    <p:sldLayoutId id="2147487885" r:id="rId24"/>
    <p:sldLayoutId id="2147487886" r:id="rId25"/>
    <p:sldLayoutId id="2147487887" r:id="rId26"/>
    <p:sldLayoutId id="2147487888" r:id="rId27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67" b="0" kern="1200" cap="none" spc="0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2133" b="0" kern="12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226478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67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533387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–"/>
        <a:defRPr sz="16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768331" indent="-226478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992693" indent="-228594" algn="l" defTabSz="121917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»"/>
        <a:defRPr sz="1467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F26B43"/>
          </p15:clr>
        </p15:guide>
        <p15:guide id="2" pos="5448">
          <p15:clr>
            <a:srgbClr val="F26B43"/>
          </p15:clr>
        </p15:guide>
        <p15:guide id="3" orient="horz" pos="168">
          <p15:clr>
            <a:srgbClr val="F26B43"/>
          </p15:clr>
        </p15:guide>
        <p15:guide id="4" orient="horz" pos="306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A77880-E71D-47B7-82FA-3035D82089C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70561" y="6427471"/>
            <a:ext cx="4077308" cy="292101"/>
          </a:xfrm>
          <a:prstGeom prst="rect">
            <a:avLst/>
          </a:prstGeom>
        </p:spPr>
        <p:txBody>
          <a:bodyPr vert="horz" lIns="0" rIns="0" anchor="b" anchorCtr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Proprietary and confidential — do not distribute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42C3B-6191-4FCC-892C-38AF4234E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482166"/>
            <a:ext cx="10861040" cy="469426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IN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7C70900E-224E-4EB8-985E-CC0A649016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60076" y="6356351"/>
            <a:ext cx="5242561" cy="36618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" name="Slide Number Placeholder 17">
            <a:extLst>
              <a:ext uri="{FF2B5EF4-FFF2-40B4-BE49-F238E27FC236}">
                <a16:creationId xmlns:a16="http://schemas.microsoft.com/office/drawing/2014/main" id="{70F2E53D-4B86-4B12-9F3B-001C0323E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9411" y="6356351"/>
            <a:ext cx="757469" cy="36618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333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8355701B-03FE-49B2-99A3-268100E13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42016" y="6356351"/>
            <a:ext cx="105050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/>
                </a:solidFill>
              </a:defRPr>
            </a:lvl1pPr>
          </a:lstStyle>
          <a:p>
            <a:fld id="{92BCEF9B-9530-744F-8E75-D3A5123C3370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A5D6ABE-9589-4BDE-8FD9-84DCA564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759459"/>
            <a:ext cx="10850880" cy="520701"/>
          </a:xfrm>
          <a:prstGeom prst="rect">
            <a:avLst/>
          </a:prstGeom>
        </p:spPr>
        <p:txBody>
          <a:bodyPr vert="horz" lIns="0" tIns="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86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783" r:id="rId1"/>
    <p:sldLayoutId id="2147487784" r:id="rId2"/>
    <p:sldLayoutId id="2147487785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kern="1200" cap="none" spc="0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169863" indent="-1698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400050" indent="-1714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2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576263" indent="-1698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1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744538" indent="-1714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»"/>
        <a:defRPr sz="1100" b="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64" userDrawn="1">
          <p15:clr>
            <a:srgbClr val="F26B43"/>
          </p15:clr>
        </p15:guide>
        <p15:guide id="3" orient="horz" pos="224" userDrawn="1">
          <p15:clr>
            <a:srgbClr val="F26B43"/>
          </p15:clr>
        </p15:guide>
        <p15:guide id="4" orient="horz" pos="40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7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9985A23-8D1E-4331-2514-24A4BBA9F4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985A23-8D1E-4331-2514-24A4BBA9F4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670560" y="3114903"/>
            <a:ext cx="11381740" cy="1645920"/>
          </a:xfrm>
        </p:spPr>
        <p:txBody>
          <a:bodyPr vert="horz" wrap="square" lIns="0" tIns="0" rIns="91440" bIns="45720" anchor="t" anchorCtr="0">
            <a:noAutofit/>
          </a:bodyPr>
          <a:lstStyle/>
          <a:p>
            <a:r>
              <a:rPr lang="en-US" sz="5850" dirty="0"/>
              <a:t>Enterprise Ad Promo</a:t>
            </a:r>
            <a:br>
              <a:rPr lang="en-US" sz="5850" dirty="0"/>
            </a:br>
            <a:r>
              <a:rPr lang="en-US" sz="5850" dirty="0"/>
              <a:t>Timeline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670560" y="5626419"/>
            <a:ext cx="6461760" cy="640080"/>
          </a:xfr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sz="1850">
                <a:cs typeface="Calibri"/>
              </a:rPr>
              <a:t>June 17,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F625A-E6C7-08D0-240C-920EB29D6DE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|    </a:t>
            </a:r>
            <a:fld id="{7B2119CD-3B2D-4CEB-B404-D2E3F8CD6D69}" type="slidenum">
              <a:rPr kumimoji="0" lang="en-IN" sz="1333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33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15109-122E-9FF1-2730-1DD2CDB9C264}"/>
              </a:ext>
            </a:extLst>
          </p:cNvPr>
          <p:cNvSpPr txBox="1"/>
          <p:nvPr/>
        </p:nvSpPr>
        <p:spPr>
          <a:xfrm>
            <a:off x="3081338" y="3244334"/>
            <a:ext cx="616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436C2-B533-AB9D-1F7F-6114BF354391}"/>
              </a:ext>
            </a:extLst>
          </p:cNvPr>
          <p:cNvSpPr txBox="1"/>
          <p:nvPr/>
        </p:nvSpPr>
        <p:spPr>
          <a:xfrm>
            <a:off x="3081338" y="3244334"/>
            <a:ext cx="616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9BDDD7-2B76-674C-DF91-44918426FF04}"/>
              </a:ext>
            </a:extLst>
          </p:cNvPr>
          <p:cNvSpPr txBox="1"/>
          <p:nvPr/>
        </p:nvSpPr>
        <p:spPr>
          <a:xfrm>
            <a:off x="3081338" y="3244334"/>
            <a:ext cx="616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6F85DB-079B-A05F-F245-51BA2AD32E6D}"/>
              </a:ext>
            </a:extLst>
          </p:cNvPr>
          <p:cNvSpPr txBox="1"/>
          <p:nvPr/>
        </p:nvSpPr>
        <p:spPr>
          <a:xfrm>
            <a:off x="3081338" y="3244334"/>
            <a:ext cx="616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6873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7604EE-D2C3-DC43-A64E-5E328CBFD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57" y="522415"/>
            <a:ext cx="11488687" cy="5813170"/>
          </a:xfrm>
          <a:prstGeom prst="rect">
            <a:avLst/>
          </a:prstGeom>
        </p:spPr>
      </p:pic>
      <p:sp>
        <p:nvSpPr>
          <p:cNvPr id="24" name="Rectangle 2">
            <a:extLst>
              <a:ext uri="{FF2B5EF4-FFF2-40B4-BE49-F238E27FC236}">
                <a16:creationId xmlns:a16="http://schemas.microsoft.com/office/drawing/2014/main" id="{686716A5-7141-A281-5696-D69DB7A98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0327" y="114984"/>
            <a:ext cx="7655287" cy="455375"/>
          </a:xfrm>
        </p:spPr>
        <p:txBody>
          <a:bodyPr/>
          <a:lstStyle/>
          <a:p>
            <a:pPr defTabSz="914058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>
                <a:latin typeface="Georgia"/>
                <a:ea typeface="+mn-ea"/>
                <a:cs typeface="Calibri"/>
              </a:rPr>
              <a:t>Enterprise Ad Promo - Wave 2A Timeline</a:t>
            </a:r>
            <a:endParaRPr lang="en-US" sz="3200">
              <a:ea typeface="+mn-ea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27FE873-73CB-3FDE-1F06-900FA9C2E473}"/>
              </a:ext>
            </a:extLst>
          </p:cNvPr>
          <p:cNvCxnSpPr/>
          <p:nvPr/>
        </p:nvCxnSpPr>
        <p:spPr>
          <a:xfrm flipH="1">
            <a:off x="8863676" y="510540"/>
            <a:ext cx="25400" cy="5918200"/>
          </a:xfrm>
          <a:prstGeom prst="straightConnector1">
            <a:avLst/>
          </a:prstGeom>
          <a:ln w="222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945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E0DA7F-6714-A87C-1D65-A897BB1636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EA4E2-D0B8-B5DF-B70B-EEBA38CCF1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400" y="1547375"/>
            <a:ext cx="10861040" cy="4233229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US" dirty="0"/>
              <a:t>Config/Build Complete – 7-Jul</a:t>
            </a:r>
          </a:p>
          <a:p>
            <a:pPr marL="342900" indent="-342900">
              <a:buFontTx/>
              <a:buChar char="-"/>
            </a:pPr>
            <a:r>
              <a:rPr lang="en-US" dirty="0"/>
              <a:t>Move to QA2 (Enterprise QA/UAT) – 7-Jul</a:t>
            </a:r>
          </a:p>
          <a:p>
            <a:pPr marL="342900" indent="-342900">
              <a:buFontTx/>
              <a:buChar char="-"/>
            </a:pPr>
            <a:r>
              <a:rPr lang="en-US" dirty="0"/>
              <a:t>SIT/OQ Formal Execution – 7-Jul to 5-Aug</a:t>
            </a:r>
          </a:p>
          <a:p>
            <a:pPr marL="342900" indent="-342900">
              <a:buFontTx/>
              <a:buChar char="-"/>
            </a:pPr>
            <a:r>
              <a:rPr lang="en-US" dirty="0"/>
              <a:t>UAT Formal Execution – 14-Jul to 9-Aug</a:t>
            </a:r>
          </a:p>
          <a:p>
            <a:pPr marL="342900" indent="-342900">
              <a:buFontTx/>
              <a:buChar char="-"/>
            </a:pPr>
            <a:r>
              <a:rPr lang="en-US" dirty="0"/>
              <a:t>UAT Post-Review and Approvals – 18-Aug to 25-Aug</a:t>
            </a:r>
          </a:p>
          <a:p>
            <a:pPr marL="342900" indent="-342900">
              <a:buFontTx/>
              <a:buChar char="-"/>
            </a:pPr>
            <a:r>
              <a:rPr lang="en-US" dirty="0"/>
              <a:t>UAT Complete – 25-Aug</a:t>
            </a:r>
          </a:p>
          <a:p>
            <a:pPr marL="342900" indent="-342900">
              <a:buFontTx/>
              <a:buChar char="-"/>
            </a:pPr>
            <a:r>
              <a:rPr lang="en-US"/>
              <a:t>Go-Live 4-Sep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EB72E-6C6B-1A44-4445-02DC6531862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1D82061-9C12-4B44-837D-BD77E95C7CC4}" type="datetime5">
              <a:rPr lang="en-US" sz="1333" smtClean="0"/>
              <a:t>27-Jun-25</a:t>
            </a:fld>
            <a:endParaRPr lang="en-IN" sz="1333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3ADD6-FB3B-A15A-C2AB-C9B72E846F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&amp; Data Privacy |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1477D-1DBC-1516-720E-BC00ACDB43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3</a:t>
            </a:fld>
            <a:endParaRPr lang="en-I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056379B-4C5E-6452-08C9-270DB3FD7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Dates</a:t>
            </a:r>
          </a:p>
        </p:txBody>
      </p:sp>
    </p:spTree>
    <p:extLst>
      <p:ext uri="{BB962C8B-B14F-4D97-AF65-F5344CB8AC3E}">
        <p14:creationId xmlns:p14="http://schemas.microsoft.com/office/powerpoint/2010/main" val="39664503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2_PPT Blue_Gradient_Dec 2020">
  <a:themeElements>
    <a:clrScheme name="Abbott brand colors - blue 1">
      <a:dk1>
        <a:srgbClr val="FFFFFF"/>
      </a:dk1>
      <a:lt1>
        <a:srgbClr val="FFFFFF"/>
      </a:lt1>
      <a:dk2>
        <a:srgbClr val="004F71"/>
      </a:dk2>
      <a:lt2>
        <a:srgbClr val="D9D9D6"/>
      </a:lt2>
      <a:accent1>
        <a:srgbClr val="64CCC9"/>
      </a:accent1>
      <a:accent2>
        <a:srgbClr val="FFD100"/>
      </a:accent2>
      <a:accent3>
        <a:srgbClr val="009CDE"/>
      </a:accent3>
      <a:accent4>
        <a:srgbClr val="00B140"/>
      </a:accent4>
      <a:accent5>
        <a:srgbClr val="AA0061"/>
      </a:accent5>
      <a:accent6>
        <a:srgbClr val="470A68"/>
      </a:accent6>
      <a:hlink>
        <a:srgbClr val="009CDE"/>
      </a:hlink>
      <a:folHlink>
        <a:srgbClr val="63666A"/>
      </a:folHlink>
    </a:clrScheme>
    <a:fontScheme name="Abbot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16x9_Dec_2020_ABT_Primary_Template_Basic_Blue-Purple.potx" id="{173F3A8B-7306-48AF-8FED-6D4C0BA67F7D}" vid="{BF0AA03C-06C4-4AE1-BD19-AF840D1D9A0C}"/>
    </a:ext>
  </a:extLst>
</a:theme>
</file>

<file path=ppt/theme/theme2.xml><?xml version="1.0" encoding="utf-8"?>
<a:theme xmlns:a="http://schemas.openxmlformats.org/drawingml/2006/main" name="8_PPT Basic White_Dec 2020">
  <a:themeElements>
    <a:clrScheme name="Abbott Brand Colors">
      <a:dk1>
        <a:srgbClr val="000000"/>
      </a:dk1>
      <a:lt1>
        <a:sysClr val="window" lastClr="FFFFFF"/>
      </a:lt1>
      <a:dk2>
        <a:srgbClr val="E4002B"/>
      </a:dk2>
      <a:lt2>
        <a:srgbClr val="D9D9D6"/>
      </a:lt2>
      <a:accent1>
        <a:srgbClr val="004F71"/>
      </a:accent1>
      <a:accent2>
        <a:srgbClr val="64CCC9"/>
      </a:accent2>
      <a:accent3>
        <a:srgbClr val="009CDE"/>
      </a:accent3>
      <a:accent4>
        <a:srgbClr val="FFD100"/>
      </a:accent4>
      <a:accent5>
        <a:srgbClr val="470A68"/>
      </a:accent5>
      <a:accent6>
        <a:srgbClr val="00B140"/>
      </a:accent6>
      <a:hlink>
        <a:srgbClr val="009CDE"/>
      </a:hlink>
      <a:folHlink>
        <a:srgbClr val="63666A"/>
      </a:folHlink>
    </a:clrScheme>
    <a:fontScheme name="Abbot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16x9_Dec_2020_ABT_Primary_Template_Basic_Blue-Purple.potx" id="{173F3A8B-7306-48AF-8FED-6D4C0BA67F7D}" vid="{EC90C983-3E87-4402-BA1C-B15D84509C73}"/>
    </a:ext>
  </a:extLst>
</a:theme>
</file>

<file path=ppt/theme/theme3.xml><?xml version="1.0" encoding="utf-8"?>
<a:theme xmlns:a="http://schemas.openxmlformats.org/drawingml/2006/main" name="7_PPT Basic White_Dec 2020">
  <a:themeElements>
    <a:clrScheme name="Abbott Brand Colors">
      <a:dk1>
        <a:srgbClr val="000000"/>
      </a:dk1>
      <a:lt1>
        <a:sysClr val="window" lastClr="FFFFFF"/>
      </a:lt1>
      <a:dk2>
        <a:srgbClr val="E4002B"/>
      </a:dk2>
      <a:lt2>
        <a:srgbClr val="D9D9D6"/>
      </a:lt2>
      <a:accent1>
        <a:srgbClr val="004F71"/>
      </a:accent1>
      <a:accent2>
        <a:srgbClr val="64CCC9"/>
      </a:accent2>
      <a:accent3>
        <a:srgbClr val="009CDE"/>
      </a:accent3>
      <a:accent4>
        <a:srgbClr val="FFD100"/>
      </a:accent4>
      <a:accent5>
        <a:srgbClr val="470A68"/>
      </a:accent5>
      <a:accent6>
        <a:srgbClr val="00B140"/>
      </a:accent6>
      <a:hlink>
        <a:srgbClr val="009CDE"/>
      </a:hlink>
      <a:folHlink>
        <a:srgbClr val="63666A"/>
      </a:folHlink>
    </a:clrScheme>
    <a:fontScheme name="Abbot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prstDash val="sysDash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tIns="91440" bIns="91440" rtlCol="0" anchor="ctr"/>
      <a:lstStyle>
        <a:defPPr algn="ctr">
          <a:defRPr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bbott" id="{B5238B81-29C8-D048-975B-BAECFB90F9A6}" vid="{DEF82E5E-6303-1A48-BC7B-81E7FBE3E7BC}"/>
    </a:ext>
  </a:extLst>
</a:theme>
</file>

<file path=ppt/theme/theme4.xml><?xml version="1.0" encoding="utf-8"?>
<a:theme xmlns:a="http://schemas.openxmlformats.org/drawingml/2006/main" name="3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09CDE"/>
      </a:accent1>
      <a:accent2>
        <a:srgbClr val="64CCC9"/>
      </a:accent2>
      <a:accent3>
        <a:srgbClr val="004F71"/>
      </a:accent3>
      <a:accent4>
        <a:srgbClr val="FFD100"/>
      </a:accent4>
      <a:accent5>
        <a:srgbClr val="AA0061"/>
      </a:accent5>
      <a:accent6>
        <a:srgbClr val="E06A54"/>
      </a:accent6>
      <a:hlink>
        <a:srgbClr val="0000FF"/>
      </a:hlink>
      <a:folHlink>
        <a:srgbClr val="800080"/>
      </a:folHlink>
    </a:clrScheme>
    <a:fontScheme name="Custom 87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09CDE"/>
        </a:accent1>
        <a:accent2>
          <a:srgbClr val="64CCC9"/>
        </a:accent2>
        <a:accent3>
          <a:srgbClr val="004F71"/>
        </a:accent3>
        <a:accent4>
          <a:srgbClr val="FFD100"/>
        </a:accent4>
        <a:accent5>
          <a:srgbClr val="AA0061"/>
        </a:accent5>
        <a:accent6>
          <a:srgbClr val="E06A54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20210510_Massachusetts_v2.potx" id="{32D94A63-E66A-465F-B789-95D09DD30DB1}" vid="{581630DD-4189-46F7-9740-093EB1A0D031}"/>
    </a:ext>
  </a:extLst>
</a:theme>
</file>

<file path=ppt/theme/theme5.xml><?xml version="1.0" encoding="utf-8"?>
<a:theme xmlns:a="http://schemas.openxmlformats.org/drawingml/2006/main" name="9_PPT Basic White_Dec 2020">
  <a:themeElements>
    <a:clrScheme name="Abbott Brand Colors">
      <a:dk1>
        <a:srgbClr val="000000"/>
      </a:dk1>
      <a:lt1>
        <a:sysClr val="window" lastClr="FFFFFF"/>
      </a:lt1>
      <a:dk2>
        <a:srgbClr val="E4002B"/>
      </a:dk2>
      <a:lt2>
        <a:srgbClr val="D9D9D6"/>
      </a:lt2>
      <a:accent1>
        <a:srgbClr val="004F71"/>
      </a:accent1>
      <a:accent2>
        <a:srgbClr val="64CCC9"/>
      </a:accent2>
      <a:accent3>
        <a:srgbClr val="009CDE"/>
      </a:accent3>
      <a:accent4>
        <a:srgbClr val="FFD100"/>
      </a:accent4>
      <a:accent5>
        <a:srgbClr val="470A68"/>
      </a:accent5>
      <a:accent6>
        <a:srgbClr val="00B140"/>
      </a:accent6>
      <a:hlink>
        <a:srgbClr val="009CDE"/>
      </a:hlink>
      <a:folHlink>
        <a:srgbClr val="63666A"/>
      </a:folHlink>
    </a:clrScheme>
    <a:fontScheme name="Abbot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prstDash val="sysDash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tIns="91440" bIns="91440" rtlCol="0" anchor="ctr"/>
      <a:lstStyle>
        <a:defPPr algn="ctr">
          <a:defRPr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bbott" id="{B5238B81-29C8-D048-975B-BAECFB90F9A6}" vid="{DEF82E5E-6303-1A48-BC7B-81E7FBE3E7BC}"/>
    </a:ext>
  </a:extLst>
</a:theme>
</file>

<file path=ppt/theme/theme6.xml><?xml version="1.0" encoding="utf-8"?>
<a:theme xmlns:a="http://schemas.openxmlformats.org/drawingml/2006/main" name="Content Slide - Light Background">
  <a:themeElements>
    <a:clrScheme name="Abbott Color Palette">
      <a:dk1>
        <a:srgbClr val="000000"/>
      </a:dk1>
      <a:lt1>
        <a:srgbClr val="FFFFFF"/>
      </a:lt1>
      <a:dk2>
        <a:srgbClr val="0D9CDE"/>
      </a:dk2>
      <a:lt2>
        <a:srgbClr val="FEFFFF"/>
      </a:lt2>
      <a:accent1>
        <a:srgbClr val="009CDE"/>
      </a:accent1>
      <a:accent2>
        <a:srgbClr val="004F71"/>
      </a:accent2>
      <a:accent3>
        <a:srgbClr val="002A3A"/>
      </a:accent3>
      <a:accent4>
        <a:srgbClr val="64CCC9"/>
      </a:accent4>
      <a:accent5>
        <a:srgbClr val="470A68"/>
      </a:accent5>
      <a:accent6>
        <a:srgbClr val="AA0064"/>
      </a:accent6>
      <a:hlink>
        <a:srgbClr val="5BC2E7"/>
      </a:hlink>
      <a:folHlink>
        <a:srgbClr val="470A68"/>
      </a:folHlink>
    </a:clrScheme>
    <a:fontScheme name="Abbot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bbott Powerpoint Template" id="{A99E924B-636B-4D41-B311-B1EF63FF550C}" vid="{293EEBB8-CFCE-944B-A06D-6DAE64EA3CD6}"/>
    </a:ext>
  </a:extLst>
</a:theme>
</file>

<file path=ppt/theme/theme7.xml><?xml version="1.0" encoding="utf-8"?>
<a:theme xmlns:a="http://schemas.openxmlformats.org/drawingml/2006/main" name="PPT Basic White_Dec 2020">
  <a:themeElements>
    <a:clrScheme name="Abbott Brand Colors">
      <a:dk1>
        <a:srgbClr val="000000"/>
      </a:dk1>
      <a:lt1>
        <a:sysClr val="window" lastClr="FFFFFF"/>
      </a:lt1>
      <a:dk2>
        <a:srgbClr val="E4002B"/>
      </a:dk2>
      <a:lt2>
        <a:srgbClr val="D9D9D6"/>
      </a:lt2>
      <a:accent1>
        <a:srgbClr val="004F71"/>
      </a:accent1>
      <a:accent2>
        <a:srgbClr val="64CCC9"/>
      </a:accent2>
      <a:accent3>
        <a:srgbClr val="009CDE"/>
      </a:accent3>
      <a:accent4>
        <a:srgbClr val="FFD100"/>
      </a:accent4>
      <a:accent5>
        <a:srgbClr val="470A68"/>
      </a:accent5>
      <a:accent6>
        <a:srgbClr val="00B140"/>
      </a:accent6>
      <a:hlink>
        <a:srgbClr val="009CDE"/>
      </a:hlink>
      <a:folHlink>
        <a:srgbClr val="63666A"/>
      </a:folHlink>
    </a:clrScheme>
    <a:fontScheme name="Abbot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16x9_Dec_2020_ABT_Primary_Template_Basic_Blue-Purple.potx" id="{BF42D744-0813-44C5-955F-C3228D0475DA}" vid="{5F420FC6-1AD8-41D7-AEDE-E09BC3896860}"/>
    </a:ext>
  </a:extLst>
</a:theme>
</file>

<file path=ppt/theme/theme8.xml><?xml version="1.0" encoding="utf-8"?>
<a:theme xmlns:a="http://schemas.openxmlformats.org/drawingml/2006/main" name="PPT Basic White_Dec 2020">
  <a:themeElements>
    <a:clrScheme name="Abbott Brand Colors">
      <a:dk1>
        <a:srgbClr val="000000"/>
      </a:dk1>
      <a:lt1>
        <a:sysClr val="window" lastClr="FFFFFF"/>
      </a:lt1>
      <a:dk2>
        <a:srgbClr val="E4002B"/>
      </a:dk2>
      <a:lt2>
        <a:srgbClr val="D9D9D6"/>
      </a:lt2>
      <a:accent1>
        <a:srgbClr val="004F71"/>
      </a:accent1>
      <a:accent2>
        <a:srgbClr val="64CCC9"/>
      </a:accent2>
      <a:accent3>
        <a:srgbClr val="009CDE"/>
      </a:accent3>
      <a:accent4>
        <a:srgbClr val="FFD100"/>
      </a:accent4>
      <a:accent5>
        <a:srgbClr val="470A68"/>
      </a:accent5>
      <a:accent6>
        <a:srgbClr val="00B140"/>
      </a:accent6>
      <a:hlink>
        <a:srgbClr val="009CDE"/>
      </a:hlink>
      <a:folHlink>
        <a:srgbClr val="63666A"/>
      </a:folHlink>
    </a:clrScheme>
    <a:fontScheme name="Abbott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5DD9F025-8051-104C-A0C3-AC8A9D76CE0D}" vid="{3537D145-86F2-EA40-AD66-418873E958D1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bbott brand colors - blue 1">
    <a:dk1>
      <a:srgbClr val="FFFFFF"/>
    </a:dk1>
    <a:lt1>
      <a:srgbClr val="FFFFFF"/>
    </a:lt1>
    <a:dk2>
      <a:srgbClr val="004F71"/>
    </a:dk2>
    <a:lt2>
      <a:srgbClr val="D9D9D6"/>
    </a:lt2>
    <a:accent1>
      <a:srgbClr val="64CCC9"/>
    </a:accent1>
    <a:accent2>
      <a:srgbClr val="FFD100"/>
    </a:accent2>
    <a:accent3>
      <a:srgbClr val="009CDE"/>
    </a:accent3>
    <a:accent4>
      <a:srgbClr val="00B140"/>
    </a:accent4>
    <a:accent5>
      <a:srgbClr val="AA0061"/>
    </a:accent5>
    <a:accent6>
      <a:srgbClr val="470A68"/>
    </a:accent6>
    <a:hlink>
      <a:srgbClr val="009CDE"/>
    </a:hlink>
    <a:folHlink>
      <a:srgbClr val="63666A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679694846A6542A3084A0AF8400264" ma:contentTypeVersion="11" ma:contentTypeDescription="Create a new document." ma:contentTypeScope="" ma:versionID="b301a0b376d2acec0419d77c51b1e35c">
  <xsd:schema xmlns:xsd="http://www.w3.org/2001/XMLSchema" xmlns:xs="http://www.w3.org/2001/XMLSchema" xmlns:p="http://schemas.microsoft.com/office/2006/metadata/properties" xmlns:ns2="0ef822bc-7f86-4f87-914b-dd2fc572de5b" targetNamespace="http://schemas.microsoft.com/office/2006/metadata/properties" ma:root="true" ma:fieldsID="4de707232594fb2827c5b8f8482dc90d" ns2:_="">
    <xsd:import namespace="0ef822bc-7f86-4f87-914b-dd2fc572d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f822bc-7f86-4f87-914b-dd2fc572d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940c914-643f-4df2-b20a-c5bc47cd009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f822bc-7f86-4f87-914b-dd2fc572de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472B34-ED1A-43A1-835A-F174AF28DF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8BBAA8-1D5C-41E3-A33C-2763A0851166}">
  <ds:schemaRefs>
    <ds:schemaRef ds:uri="0ef822bc-7f86-4f87-914b-dd2fc572de5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DA126DA-0D5B-4034-93E0-BD41F0767B6A}">
  <ds:schemaRefs>
    <ds:schemaRef ds:uri="0ef822bc-7f86-4f87-914b-dd2fc572de5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80</Words>
  <Application>Microsoft Office PowerPoint</Application>
  <PresentationFormat>Widescreen</PresentationFormat>
  <Paragraphs>20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8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23" baseType="lpstr">
      <vt:lpstr>Arial</vt:lpstr>
      <vt:lpstr>Arial Black</vt:lpstr>
      <vt:lpstr>Calibri</vt:lpstr>
      <vt:lpstr>Georgia</vt:lpstr>
      <vt:lpstr>Graphik</vt:lpstr>
      <vt:lpstr>Graphik Bold</vt:lpstr>
      <vt:lpstr>Graphik Medium</vt:lpstr>
      <vt:lpstr>Graphik Regular</vt:lpstr>
      <vt:lpstr>GT Sectra Fine Rg</vt:lpstr>
      <vt:lpstr>Segoe UI</vt:lpstr>
      <vt:lpstr>Wingdings</vt:lpstr>
      <vt:lpstr>12_PPT Blue_Gradient_Dec 2020</vt:lpstr>
      <vt:lpstr>8_PPT Basic White_Dec 2020</vt:lpstr>
      <vt:lpstr>7_PPT Basic White_Dec 2020</vt:lpstr>
      <vt:lpstr>3_White</vt:lpstr>
      <vt:lpstr>9_PPT Basic White_Dec 2020</vt:lpstr>
      <vt:lpstr>Content Slide - Light Background</vt:lpstr>
      <vt:lpstr>PPT Basic White_Dec 2020</vt:lpstr>
      <vt:lpstr>PPT Basic White_Dec 2020</vt:lpstr>
      <vt:lpstr>think-cell Slide</vt:lpstr>
      <vt:lpstr>Enterprise Ad Promo Timeline</vt:lpstr>
      <vt:lpstr>Enterprise Ad Promo - Wave 2A Timeline</vt:lpstr>
      <vt:lpstr>Important Dates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Optimized Processes &amp; Standards Kick-Off (MLR/DRB)</dc:title>
  <dc:creator>Sharma, Anirudh</dc:creator>
  <cp:lastModifiedBy>Sharma, Anirudh</cp:lastModifiedBy>
  <cp:revision>5</cp:revision>
  <cp:lastPrinted>2024-03-25T19:30:41Z</cp:lastPrinted>
  <dcterms:created xsi:type="dcterms:W3CDTF">2023-05-19T22:27:50Z</dcterms:created>
  <dcterms:modified xsi:type="dcterms:W3CDTF">2025-06-27T22:47:07Z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0x010100BF679694846A6542A3084A0AF8400264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SharedWithUsers">
    <vt:lpwstr>23;#Munro, Heather;#41;#Waldo, Hannah;#77;#Tamkar, Sagar;#75;#Haasritha, Chennamaneni;#76;#Gopal, Arivoli</vt:lpwstr>
  </property>
</Properties>
</file>