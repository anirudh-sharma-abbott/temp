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3" r:id="rId2"/>
  </p:sldMasterIdLst>
  <p:notesMasterIdLst>
    <p:notesMasterId r:id="rId28"/>
  </p:notesMasterIdLst>
  <p:sldIdLst>
    <p:sldId id="583" r:id="rId3"/>
    <p:sldId id="592" r:id="rId4"/>
    <p:sldId id="589" r:id="rId5"/>
    <p:sldId id="2147482146" r:id="rId6"/>
    <p:sldId id="603" r:id="rId7"/>
    <p:sldId id="604" r:id="rId8"/>
    <p:sldId id="704" r:id="rId9"/>
    <p:sldId id="734" r:id="rId10"/>
    <p:sldId id="683" r:id="rId11"/>
    <p:sldId id="743" r:id="rId12"/>
    <p:sldId id="702" r:id="rId13"/>
    <p:sldId id="744" r:id="rId14"/>
    <p:sldId id="2147482147" r:id="rId15"/>
    <p:sldId id="737" r:id="rId16"/>
    <p:sldId id="745" r:id="rId17"/>
    <p:sldId id="590" r:id="rId18"/>
    <p:sldId id="593" r:id="rId19"/>
    <p:sldId id="594" r:id="rId20"/>
    <p:sldId id="746" r:id="rId21"/>
    <p:sldId id="595" r:id="rId22"/>
    <p:sldId id="598" r:id="rId23"/>
    <p:sldId id="601" r:id="rId24"/>
    <p:sldId id="600" r:id="rId25"/>
    <p:sldId id="597" r:id="rId26"/>
    <p:sldId id="602" r:id="rId27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93682D-E482-4B9D-854B-98D41FEA0E34}" v="463" dt="2025-09-29T20:55:41.2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lentino, Angela Rae" userId="7f94601c-52fd-472d-ba34-a039fcf71ff9" providerId="ADAL" clId="{F793682D-E482-4B9D-854B-98D41FEA0E34}"/>
    <pc:docChg chg="undo custSel addSld delSld modSld sldOrd modNotesMaster">
      <pc:chgData name="Tolentino, Angela Rae" userId="7f94601c-52fd-472d-ba34-a039fcf71ff9" providerId="ADAL" clId="{F793682D-E482-4B9D-854B-98D41FEA0E34}" dt="2025-09-29T20:55:41.289" v="1404" actId="1076"/>
      <pc:docMkLst>
        <pc:docMk/>
      </pc:docMkLst>
      <pc:sldChg chg="modSp mod">
        <pc:chgData name="Tolentino, Angela Rae" userId="7f94601c-52fd-472d-ba34-a039fcf71ff9" providerId="ADAL" clId="{F793682D-E482-4B9D-854B-98D41FEA0E34}" dt="2025-09-29T20:49:00.836" v="1125" actId="20577"/>
        <pc:sldMkLst>
          <pc:docMk/>
          <pc:sldMk cId="1348521343" sldId="590"/>
        </pc:sldMkLst>
        <pc:spChg chg="mod">
          <ac:chgData name="Tolentino, Angela Rae" userId="7f94601c-52fd-472d-ba34-a039fcf71ff9" providerId="ADAL" clId="{F793682D-E482-4B9D-854B-98D41FEA0E34}" dt="2025-09-29T20:49:00.836" v="1125" actId="20577"/>
          <ac:spMkLst>
            <pc:docMk/>
            <pc:sldMk cId="1348521343" sldId="590"/>
            <ac:spMk id="19" creationId="{DC26B5B3-2F35-6F9A-E6AA-CB80E4AAB911}"/>
          </ac:spMkLst>
        </pc:spChg>
      </pc:sldChg>
      <pc:sldChg chg="delSp mod">
        <pc:chgData name="Tolentino, Angela Rae" userId="7f94601c-52fd-472d-ba34-a039fcf71ff9" providerId="ADAL" clId="{F793682D-E482-4B9D-854B-98D41FEA0E34}" dt="2025-09-29T20:49:35.718" v="1126" actId="478"/>
        <pc:sldMkLst>
          <pc:docMk/>
          <pc:sldMk cId="1358441382" sldId="594"/>
        </pc:sldMkLst>
        <pc:spChg chg="del">
          <ac:chgData name="Tolentino, Angela Rae" userId="7f94601c-52fd-472d-ba34-a039fcf71ff9" providerId="ADAL" clId="{F793682D-E482-4B9D-854B-98D41FEA0E34}" dt="2025-09-29T20:49:35.718" v="1126" actId="478"/>
          <ac:spMkLst>
            <pc:docMk/>
            <pc:sldMk cId="1358441382" sldId="594"/>
            <ac:spMk id="13" creationId="{1D897F49-9EDB-CDDE-D103-0A4E0B083D00}"/>
          </ac:spMkLst>
        </pc:spChg>
      </pc:sldChg>
      <pc:sldChg chg="modSp mod">
        <pc:chgData name="Tolentino, Angela Rae" userId="7f94601c-52fd-472d-ba34-a039fcf71ff9" providerId="ADAL" clId="{F793682D-E482-4B9D-854B-98D41FEA0E34}" dt="2025-09-29T18:01:00.106" v="341" actId="1076"/>
        <pc:sldMkLst>
          <pc:docMk/>
          <pc:sldMk cId="200194127" sldId="595"/>
        </pc:sldMkLst>
        <pc:spChg chg="mod">
          <ac:chgData name="Tolentino, Angela Rae" userId="7f94601c-52fd-472d-ba34-a039fcf71ff9" providerId="ADAL" clId="{F793682D-E482-4B9D-854B-98D41FEA0E34}" dt="2025-09-29T18:01:00.106" v="341" actId="1076"/>
          <ac:spMkLst>
            <pc:docMk/>
            <pc:sldMk cId="200194127" sldId="595"/>
            <ac:spMk id="11" creationId="{714608E5-AC7F-2C05-F0B9-E839A14F8107}"/>
          </ac:spMkLst>
        </pc:spChg>
      </pc:sldChg>
      <pc:sldChg chg="modSp mod">
        <pc:chgData name="Tolentino, Angela Rae" userId="7f94601c-52fd-472d-ba34-a039fcf71ff9" providerId="ADAL" clId="{F793682D-E482-4B9D-854B-98D41FEA0E34}" dt="2025-09-29T17:55:35.022" v="325" actId="2164"/>
        <pc:sldMkLst>
          <pc:docMk/>
          <pc:sldMk cId="1752023155" sldId="600"/>
        </pc:sldMkLst>
        <pc:graphicFrameChg chg="modGraphic">
          <ac:chgData name="Tolentino, Angela Rae" userId="7f94601c-52fd-472d-ba34-a039fcf71ff9" providerId="ADAL" clId="{F793682D-E482-4B9D-854B-98D41FEA0E34}" dt="2025-09-29T17:55:35.022" v="325" actId="2164"/>
          <ac:graphicFrameMkLst>
            <pc:docMk/>
            <pc:sldMk cId="1752023155" sldId="600"/>
            <ac:graphicFrameMk id="7" creationId="{8C731744-A4B0-AD8C-A1B5-70291288A14E}"/>
          </ac:graphicFrameMkLst>
        </pc:graphicFrameChg>
      </pc:sldChg>
      <pc:sldChg chg="modSp new mod">
        <pc:chgData name="Tolentino, Angela Rae" userId="7f94601c-52fd-472d-ba34-a039fcf71ff9" providerId="ADAL" clId="{F793682D-E482-4B9D-854B-98D41FEA0E34}" dt="2025-09-29T17:55:48.196" v="340" actId="20577"/>
        <pc:sldMkLst>
          <pc:docMk/>
          <pc:sldMk cId="2262669467" sldId="603"/>
        </pc:sldMkLst>
        <pc:spChg chg="mod">
          <ac:chgData name="Tolentino, Angela Rae" userId="7f94601c-52fd-472d-ba34-a039fcf71ff9" providerId="ADAL" clId="{F793682D-E482-4B9D-854B-98D41FEA0E34}" dt="2025-09-29T17:55:48.196" v="340" actId="20577"/>
          <ac:spMkLst>
            <pc:docMk/>
            <pc:sldMk cId="2262669467" sldId="603"/>
            <ac:spMk id="2" creationId="{900DEBC2-00BA-62F2-BEFF-843878F46599}"/>
          </ac:spMkLst>
        </pc:spChg>
        <pc:spChg chg="mod">
          <ac:chgData name="Tolentino, Angela Rae" userId="7f94601c-52fd-472d-ba34-a039fcf71ff9" providerId="ADAL" clId="{F793682D-E482-4B9D-854B-98D41FEA0E34}" dt="2025-09-29T17:35:07.743" v="59" actId="1076"/>
          <ac:spMkLst>
            <pc:docMk/>
            <pc:sldMk cId="2262669467" sldId="603"/>
            <ac:spMk id="3" creationId="{1C33020E-5E42-8895-6319-C6715ECB02CE}"/>
          </ac:spMkLst>
        </pc:spChg>
        <pc:spChg chg="mod">
          <ac:chgData name="Tolentino, Angela Rae" userId="7f94601c-52fd-472d-ba34-a039fcf71ff9" providerId="ADAL" clId="{F793682D-E482-4B9D-854B-98D41FEA0E34}" dt="2025-09-29T17:34:44.589" v="24" actId="20577"/>
          <ac:spMkLst>
            <pc:docMk/>
            <pc:sldMk cId="2262669467" sldId="603"/>
            <ac:spMk id="4" creationId="{8B892D5F-23FC-32D7-F6AB-56A365AB3164}"/>
          </ac:spMkLst>
        </pc:spChg>
      </pc:sldChg>
      <pc:sldChg chg="modSp add mod ord">
        <pc:chgData name="Tolentino, Angela Rae" userId="7f94601c-52fd-472d-ba34-a039fcf71ff9" providerId="ADAL" clId="{F793682D-E482-4B9D-854B-98D41FEA0E34}" dt="2025-09-29T17:41:24.671" v="78" actId="13926"/>
        <pc:sldMkLst>
          <pc:docMk/>
          <pc:sldMk cId="740599080" sldId="604"/>
        </pc:sldMkLst>
        <pc:graphicFrameChg chg="modGraphic">
          <ac:chgData name="Tolentino, Angela Rae" userId="7f94601c-52fd-472d-ba34-a039fcf71ff9" providerId="ADAL" clId="{F793682D-E482-4B9D-854B-98D41FEA0E34}" dt="2025-09-29T17:41:24.671" v="78" actId="13926"/>
          <ac:graphicFrameMkLst>
            <pc:docMk/>
            <pc:sldMk cId="740599080" sldId="604"/>
            <ac:graphicFrameMk id="10" creationId="{0645AA6A-B13E-9726-D1F7-DA58C0D0F14B}"/>
          </ac:graphicFrameMkLst>
        </pc:graphicFrameChg>
      </pc:sldChg>
      <pc:sldChg chg="modSp add mod">
        <pc:chgData name="Tolentino, Angela Rae" userId="7f94601c-52fd-472d-ba34-a039fcf71ff9" providerId="ADAL" clId="{F793682D-E482-4B9D-854B-98D41FEA0E34}" dt="2025-09-29T17:45:30.174" v="93" actId="113"/>
        <pc:sldMkLst>
          <pc:docMk/>
          <pc:sldMk cId="2740367043" sldId="683"/>
        </pc:sldMkLst>
        <pc:spChg chg="mod">
          <ac:chgData name="Tolentino, Angela Rae" userId="7f94601c-52fd-472d-ba34-a039fcf71ff9" providerId="ADAL" clId="{F793682D-E482-4B9D-854B-98D41FEA0E34}" dt="2025-09-29T17:45:30.174" v="93" actId="113"/>
          <ac:spMkLst>
            <pc:docMk/>
            <pc:sldMk cId="2740367043" sldId="683"/>
            <ac:spMk id="7" creationId="{3F8A8C1E-6D27-152B-F2E9-1AAF1467511D}"/>
          </ac:spMkLst>
        </pc:spChg>
        <pc:spChg chg="mod">
          <ac:chgData name="Tolentino, Angela Rae" userId="7f94601c-52fd-472d-ba34-a039fcf71ff9" providerId="ADAL" clId="{F793682D-E482-4B9D-854B-98D41FEA0E34}" dt="2025-09-29T17:44:58.089" v="92" actId="1076"/>
          <ac:spMkLst>
            <pc:docMk/>
            <pc:sldMk cId="2740367043" sldId="683"/>
            <ac:spMk id="26" creationId="{627AC208-BC37-3CDC-6CBD-16585E278CA6}"/>
          </ac:spMkLst>
        </pc:spChg>
      </pc:sldChg>
      <pc:sldChg chg="addSp modSp add mod ord">
        <pc:chgData name="Tolentino, Angela Rae" userId="7f94601c-52fd-472d-ba34-a039fcf71ff9" providerId="ADAL" clId="{F793682D-E482-4B9D-854B-98D41FEA0E34}" dt="2025-09-29T20:16:16.543" v="1104"/>
        <pc:sldMkLst>
          <pc:docMk/>
          <pc:sldMk cId="1222480414" sldId="702"/>
        </pc:sldMkLst>
        <pc:spChg chg="add mod">
          <ac:chgData name="Tolentino, Angela Rae" userId="7f94601c-52fd-472d-ba34-a039fcf71ff9" providerId="ADAL" clId="{F793682D-E482-4B9D-854B-98D41FEA0E34}" dt="2025-09-29T17:43:55.527" v="88" actId="14100"/>
          <ac:spMkLst>
            <pc:docMk/>
            <pc:sldMk cId="1222480414" sldId="702"/>
            <ac:spMk id="2" creationId="{040875C6-4308-7F77-D272-D801911D0E35}"/>
          </ac:spMkLst>
        </pc:spChg>
        <pc:spChg chg="add mod">
          <ac:chgData name="Tolentino, Angela Rae" userId="7f94601c-52fd-472d-ba34-a039fcf71ff9" providerId="ADAL" clId="{F793682D-E482-4B9D-854B-98D41FEA0E34}" dt="2025-09-29T20:15:48.553" v="1102" actId="14100"/>
          <ac:spMkLst>
            <pc:docMk/>
            <pc:sldMk cId="1222480414" sldId="702"/>
            <ac:spMk id="9" creationId="{DBAEE516-6FE2-D86D-88D6-DE01E4BA0A61}"/>
          </ac:spMkLst>
        </pc:spChg>
      </pc:sldChg>
      <pc:sldChg chg="modSp add mod">
        <pc:chgData name="Tolentino, Angela Rae" userId="7f94601c-52fd-472d-ba34-a039fcf71ff9" providerId="ADAL" clId="{F793682D-E482-4B9D-854B-98D41FEA0E34}" dt="2025-09-29T20:14:59.160" v="1094" actId="13926"/>
        <pc:sldMkLst>
          <pc:docMk/>
          <pc:sldMk cId="1570603763" sldId="704"/>
        </pc:sldMkLst>
        <pc:spChg chg="mod">
          <ac:chgData name="Tolentino, Angela Rae" userId="7f94601c-52fd-472d-ba34-a039fcf71ff9" providerId="ADAL" clId="{F793682D-E482-4B9D-854B-98D41FEA0E34}" dt="2025-09-29T17:41:04.793" v="76" actId="13926"/>
          <ac:spMkLst>
            <pc:docMk/>
            <pc:sldMk cId="1570603763" sldId="704"/>
            <ac:spMk id="12" creationId="{E6E5FD8A-F702-2DF9-5D45-B87E793C369B}"/>
          </ac:spMkLst>
        </pc:spChg>
        <pc:spChg chg="mod">
          <ac:chgData name="Tolentino, Angela Rae" userId="7f94601c-52fd-472d-ba34-a039fcf71ff9" providerId="ADAL" clId="{F793682D-E482-4B9D-854B-98D41FEA0E34}" dt="2025-09-29T20:14:59.160" v="1094" actId="13926"/>
          <ac:spMkLst>
            <pc:docMk/>
            <pc:sldMk cId="1570603763" sldId="704"/>
            <ac:spMk id="17" creationId="{6EA65474-5499-1B44-5C28-B118461462DB}"/>
          </ac:spMkLst>
        </pc:spChg>
        <pc:spChg chg="mod">
          <ac:chgData name="Tolentino, Angela Rae" userId="7f94601c-52fd-472d-ba34-a039fcf71ff9" providerId="ADAL" clId="{F793682D-E482-4B9D-854B-98D41FEA0E34}" dt="2025-09-29T17:40:30.943" v="70" actId="13926"/>
          <ac:spMkLst>
            <pc:docMk/>
            <pc:sldMk cId="1570603763" sldId="704"/>
            <ac:spMk id="34" creationId="{5008C7AF-502D-206F-F8CC-0134E60401A2}"/>
          </ac:spMkLst>
        </pc:spChg>
      </pc:sldChg>
      <pc:sldChg chg="add del">
        <pc:chgData name="Tolentino, Angela Rae" userId="7f94601c-52fd-472d-ba34-a039fcf71ff9" providerId="ADAL" clId="{F793682D-E482-4B9D-854B-98D41FEA0E34}" dt="2025-09-29T17:47:13.654" v="102" actId="47"/>
        <pc:sldMkLst>
          <pc:docMk/>
          <pc:sldMk cId="591482826" sldId="732"/>
        </pc:sldMkLst>
      </pc:sldChg>
      <pc:sldChg chg="modSp add mod">
        <pc:chgData name="Tolentino, Angela Rae" userId="7f94601c-52fd-472d-ba34-a039fcf71ff9" providerId="ADAL" clId="{F793682D-E482-4B9D-854B-98D41FEA0E34}" dt="2025-09-29T17:44:51.969" v="91" actId="115"/>
        <pc:sldMkLst>
          <pc:docMk/>
          <pc:sldMk cId="3396468338" sldId="734"/>
        </pc:sldMkLst>
        <pc:spChg chg="mod">
          <ac:chgData name="Tolentino, Angela Rae" userId="7f94601c-52fd-472d-ba34-a039fcf71ff9" providerId="ADAL" clId="{F793682D-E482-4B9D-854B-98D41FEA0E34}" dt="2025-09-29T17:44:51.969" v="91" actId="115"/>
          <ac:spMkLst>
            <pc:docMk/>
            <pc:sldMk cId="3396468338" sldId="734"/>
            <ac:spMk id="26" creationId="{F18AECB9-5921-3E88-9FE3-2A806B062439}"/>
          </ac:spMkLst>
        </pc:spChg>
      </pc:sldChg>
      <pc:sldChg chg="add">
        <pc:chgData name="Tolentino, Angela Rae" userId="7f94601c-52fd-472d-ba34-a039fcf71ff9" providerId="ADAL" clId="{F793682D-E482-4B9D-854B-98D41FEA0E34}" dt="2025-09-29T17:39:48.856" v="66"/>
        <pc:sldMkLst>
          <pc:docMk/>
          <pc:sldMk cId="95864503" sldId="737"/>
        </pc:sldMkLst>
      </pc:sldChg>
      <pc:sldChg chg="modSp add del mod">
        <pc:chgData name="Tolentino, Angela Rae" userId="7f94601c-52fd-472d-ba34-a039fcf71ff9" providerId="ADAL" clId="{F793682D-E482-4B9D-854B-98D41FEA0E34}" dt="2025-09-29T17:41:54.065" v="80" actId="47"/>
        <pc:sldMkLst>
          <pc:docMk/>
          <pc:sldMk cId="1819348632" sldId="740"/>
        </pc:sldMkLst>
        <pc:spChg chg="mod">
          <ac:chgData name="Tolentino, Angela Rae" userId="7f94601c-52fd-472d-ba34-a039fcf71ff9" providerId="ADAL" clId="{F793682D-E482-4B9D-854B-98D41FEA0E34}" dt="2025-09-29T17:41:29.656" v="79" actId="1076"/>
          <ac:spMkLst>
            <pc:docMk/>
            <pc:sldMk cId="1819348632" sldId="740"/>
            <ac:spMk id="34" creationId="{255CC623-CFDE-1E8D-50CA-3124B6AF051E}"/>
          </ac:spMkLst>
        </pc:spChg>
      </pc:sldChg>
      <pc:sldChg chg="modSp add mod ord">
        <pc:chgData name="Tolentino, Angela Rae" userId="7f94601c-52fd-472d-ba34-a039fcf71ff9" providerId="ADAL" clId="{F793682D-E482-4B9D-854B-98D41FEA0E34}" dt="2025-09-29T20:16:19.251" v="1106"/>
        <pc:sldMkLst>
          <pc:docMk/>
          <pc:sldMk cId="2284373117" sldId="743"/>
        </pc:sldMkLst>
        <pc:graphicFrameChg chg="modGraphic">
          <ac:chgData name="Tolentino, Angela Rae" userId="7f94601c-52fd-472d-ba34-a039fcf71ff9" providerId="ADAL" clId="{F793682D-E482-4B9D-854B-98D41FEA0E34}" dt="2025-09-29T17:46:23.372" v="97" actId="13926"/>
          <ac:graphicFrameMkLst>
            <pc:docMk/>
            <pc:sldMk cId="2284373117" sldId="743"/>
            <ac:graphicFrameMk id="10" creationId="{DB6F698A-B6E0-8FDF-61F9-50A8E28D46B2}"/>
          </ac:graphicFrameMkLst>
        </pc:graphicFrameChg>
        <pc:graphicFrameChg chg="modGraphic">
          <ac:chgData name="Tolentino, Angela Rae" userId="7f94601c-52fd-472d-ba34-a039fcf71ff9" providerId="ADAL" clId="{F793682D-E482-4B9D-854B-98D41FEA0E34}" dt="2025-09-29T17:46:16.230" v="95" actId="13926"/>
          <ac:graphicFrameMkLst>
            <pc:docMk/>
            <pc:sldMk cId="2284373117" sldId="743"/>
            <ac:graphicFrameMk id="11" creationId="{62BF4251-CDCE-D6CB-3596-DD265A30CF0D}"/>
          </ac:graphicFrameMkLst>
        </pc:graphicFrameChg>
        <pc:graphicFrameChg chg="modGraphic">
          <ac:chgData name="Tolentino, Angela Rae" userId="7f94601c-52fd-472d-ba34-a039fcf71ff9" providerId="ADAL" clId="{F793682D-E482-4B9D-854B-98D41FEA0E34}" dt="2025-09-29T17:46:43.377" v="100" actId="13926"/>
          <ac:graphicFrameMkLst>
            <pc:docMk/>
            <pc:sldMk cId="2284373117" sldId="743"/>
            <ac:graphicFrameMk id="16" creationId="{F944E4AC-E471-579A-715C-1F6AB3E77F8C}"/>
          </ac:graphicFrameMkLst>
        </pc:graphicFrameChg>
        <pc:graphicFrameChg chg="modGraphic">
          <ac:chgData name="Tolentino, Angela Rae" userId="7f94601c-52fd-472d-ba34-a039fcf71ff9" providerId="ADAL" clId="{F793682D-E482-4B9D-854B-98D41FEA0E34}" dt="2025-09-29T17:51:31.582" v="190" actId="13926"/>
          <ac:graphicFrameMkLst>
            <pc:docMk/>
            <pc:sldMk cId="2284373117" sldId="743"/>
            <ac:graphicFrameMk id="18" creationId="{3708CD7E-E7DE-EC63-53F2-E0C91CA7E757}"/>
          </ac:graphicFrameMkLst>
        </pc:graphicFrameChg>
      </pc:sldChg>
      <pc:sldChg chg="addSp delSp modSp new mod ord">
        <pc:chgData name="Tolentino, Angela Rae" userId="7f94601c-52fd-472d-ba34-a039fcf71ff9" providerId="ADAL" clId="{F793682D-E482-4B9D-854B-98D41FEA0E34}" dt="2025-09-29T20:55:41.289" v="1404" actId="1076"/>
        <pc:sldMkLst>
          <pc:docMk/>
          <pc:sldMk cId="227319694" sldId="744"/>
        </pc:sldMkLst>
        <pc:spChg chg="mod">
          <ac:chgData name="Tolentino, Angela Rae" userId="7f94601c-52fd-472d-ba34-a039fcf71ff9" providerId="ADAL" clId="{F793682D-E482-4B9D-854B-98D41FEA0E34}" dt="2025-09-29T17:50:40.536" v="184" actId="20577"/>
          <ac:spMkLst>
            <pc:docMk/>
            <pc:sldMk cId="227319694" sldId="744"/>
            <ac:spMk id="2" creationId="{42776567-9462-88C6-9EF8-604D8B5EF7C5}"/>
          </ac:spMkLst>
        </pc:spChg>
        <pc:spChg chg="mod">
          <ac:chgData name="Tolentino, Angela Rae" userId="7f94601c-52fd-472d-ba34-a039fcf71ff9" providerId="ADAL" clId="{F793682D-E482-4B9D-854B-98D41FEA0E34}" dt="2025-09-29T20:55:27.942" v="1399" actId="20577"/>
          <ac:spMkLst>
            <pc:docMk/>
            <pc:sldMk cId="227319694" sldId="744"/>
            <ac:spMk id="3" creationId="{CEA8A894-AFB8-0EDF-3611-0A3B8BAAF415}"/>
          </ac:spMkLst>
        </pc:spChg>
        <pc:picChg chg="add del mod modCrop">
          <ac:chgData name="Tolentino, Angela Rae" userId="7f94601c-52fd-472d-ba34-a039fcf71ff9" providerId="ADAL" clId="{F793682D-E482-4B9D-854B-98D41FEA0E34}" dt="2025-09-29T20:55:33.122" v="1400" actId="478"/>
          <ac:picMkLst>
            <pc:docMk/>
            <pc:sldMk cId="227319694" sldId="744"/>
            <ac:picMk id="6" creationId="{3BE71C20-30B6-CE12-87E0-B0F3EC5C49FB}"/>
          </ac:picMkLst>
        </pc:picChg>
        <pc:picChg chg="add mod">
          <ac:chgData name="Tolentino, Angela Rae" userId="7f94601c-52fd-472d-ba34-a039fcf71ff9" providerId="ADAL" clId="{F793682D-E482-4B9D-854B-98D41FEA0E34}" dt="2025-09-29T20:55:39.191" v="1403" actId="1076"/>
          <ac:picMkLst>
            <pc:docMk/>
            <pc:sldMk cId="227319694" sldId="744"/>
            <ac:picMk id="8" creationId="{5C2F1523-5C4C-57D6-38D7-E934D3D0E3A4}"/>
          </ac:picMkLst>
        </pc:picChg>
        <pc:picChg chg="add mod">
          <ac:chgData name="Tolentino, Angela Rae" userId="7f94601c-52fd-472d-ba34-a039fcf71ff9" providerId="ADAL" clId="{F793682D-E482-4B9D-854B-98D41FEA0E34}" dt="2025-09-29T20:55:41.289" v="1404" actId="1076"/>
          <ac:picMkLst>
            <pc:docMk/>
            <pc:sldMk cId="227319694" sldId="744"/>
            <ac:picMk id="10" creationId="{F984507A-B9B2-605D-7D43-180C9AA5EAEA}"/>
          </ac:picMkLst>
        </pc:picChg>
      </pc:sldChg>
      <pc:sldChg chg="new del">
        <pc:chgData name="Tolentino, Angela Rae" userId="7f94601c-52fd-472d-ba34-a039fcf71ff9" providerId="ADAL" clId="{F793682D-E482-4B9D-854B-98D41FEA0E34}" dt="2025-09-29T17:54:49.852" v="223" actId="47"/>
        <pc:sldMkLst>
          <pc:docMk/>
          <pc:sldMk cId="2790180208" sldId="745"/>
        </pc:sldMkLst>
      </pc:sldChg>
      <pc:sldChg chg="modSp new mod ord">
        <pc:chgData name="Tolentino, Angela Rae" userId="7f94601c-52fd-472d-ba34-a039fcf71ff9" providerId="ADAL" clId="{F793682D-E482-4B9D-854B-98D41FEA0E34}" dt="2025-09-29T17:55:09.383" v="255" actId="20577"/>
        <pc:sldMkLst>
          <pc:docMk/>
          <pc:sldMk cId="3738152981" sldId="745"/>
        </pc:sldMkLst>
        <pc:spChg chg="mod">
          <ac:chgData name="Tolentino, Angela Rae" userId="7f94601c-52fd-472d-ba34-a039fcf71ff9" providerId="ADAL" clId="{F793682D-E482-4B9D-854B-98D41FEA0E34}" dt="2025-09-29T17:55:09.383" v="255" actId="20577"/>
          <ac:spMkLst>
            <pc:docMk/>
            <pc:sldMk cId="3738152981" sldId="745"/>
            <ac:spMk id="2" creationId="{CA61CDDA-1A76-4890-3C2A-C0BF82D242D1}"/>
          </ac:spMkLst>
        </pc:spChg>
        <pc:spChg chg="mod">
          <ac:chgData name="Tolentino, Angela Rae" userId="7f94601c-52fd-472d-ba34-a039fcf71ff9" providerId="ADAL" clId="{F793682D-E482-4B9D-854B-98D41FEA0E34}" dt="2025-09-29T17:54:59.874" v="241" actId="20577"/>
          <ac:spMkLst>
            <pc:docMk/>
            <pc:sldMk cId="3738152981" sldId="745"/>
            <ac:spMk id="3" creationId="{978225DC-A271-016D-D0D3-BCFAB7512B9F}"/>
          </ac:spMkLst>
        </pc:spChg>
      </pc:sldChg>
      <pc:sldChg chg="modSp add mod">
        <pc:chgData name="Tolentino, Angela Rae" userId="7f94601c-52fd-472d-ba34-a039fcf71ff9" providerId="ADAL" clId="{F793682D-E482-4B9D-854B-98D41FEA0E34}" dt="2025-09-29T17:55:29.424" v="324" actId="1076"/>
        <pc:sldMkLst>
          <pc:docMk/>
          <pc:sldMk cId="712018657" sldId="746"/>
        </pc:sldMkLst>
        <pc:spChg chg="mod">
          <ac:chgData name="Tolentino, Angela Rae" userId="7f94601c-52fd-472d-ba34-a039fcf71ff9" providerId="ADAL" clId="{F793682D-E482-4B9D-854B-98D41FEA0E34}" dt="2025-09-29T17:55:29.424" v="324" actId="1076"/>
          <ac:spMkLst>
            <pc:docMk/>
            <pc:sldMk cId="712018657" sldId="746"/>
            <ac:spMk id="3" creationId="{012476AC-CB66-44BF-721B-2F8183C23759}"/>
          </ac:spMkLst>
        </pc:spChg>
      </pc:sldChg>
      <pc:sldChg chg="new del">
        <pc:chgData name="Tolentino, Angela Rae" userId="7f94601c-52fd-472d-ba34-a039fcf71ff9" providerId="ADAL" clId="{F793682D-E482-4B9D-854B-98D41FEA0E34}" dt="2025-09-29T19:07:09.670" v="343" actId="680"/>
        <pc:sldMkLst>
          <pc:docMk/>
          <pc:sldMk cId="2667293277" sldId="747"/>
        </pc:sldMkLst>
      </pc:sldChg>
      <pc:sldChg chg="addSp delSp modSp add mod ord">
        <pc:chgData name="Tolentino, Angela Rae" userId="7f94601c-52fd-472d-ba34-a039fcf71ff9" providerId="ADAL" clId="{F793682D-E482-4B9D-854B-98D41FEA0E34}" dt="2025-09-29T20:53:26.386" v="1386" actId="1076"/>
        <pc:sldMkLst>
          <pc:docMk/>
          <pc:sldMk cId="2273135957" sldId="2147482146"/>
        </pc:sldMkLst>
        <pc:spChg chg="del">
          <ac:chgData name="Tolentino, Angela Rae" userId="7f94601c-52fd-472d-ba34-a039fcf71ff9" providerId="ADAL" clId="{F793682D-E482-4B9D-854B-98D41FEA0E34}" dt="2025-09-29T19:08:14.758" v="367" actId="478"/>
          <ac:spMkLst>
            <pc:docMk/>
            <pc:sldMk cId="2273135957" sldId="2147482146"/>
            <ac:spMk id="2" creationId="{8DAEA19B-6119-E80C-D3F9-B91B6EEBFEA1}"/>
          </ac:spMkLst>
        </pc:spChg>
        <pc:spChg chg="mod">
          <ac:chgData name="Tolentino, Angela Rae" userId="7f94601c-52fd-472d-ba34-a039fcf71ff9" providerId="ADAL" clId="{F793682D-E482-4B9D-854B-98D41FEA0E34}" dt="2025-09-29T19:27:56.350" v="965" actId="404"/>
          <ac:spMkLst>
            <pc:docMk/>
            <pc:sldMk cId="2273135957" sldId="2147482146"/>
            <ac:spMk id="3" creationId="{AD29246A-1C3F-28C9-239B-9D4CAC2D421B}"/>
          </ac:spMkLst>
        </pc:spChg>
        <pc:spChg chg="mod">
          <ac:chgData name="Tolentino, Angela Rae" userId="7f94601c-52fd-472d-ba34-a039fcf71ff9" providerId="ADAL" clId="{F793682D-E482-4B9D-854B-98D41FEA0E34}" dt="2025-09-29T19:16:41.457" v="817" actId="1076"/>
          <ac:spMkLst>
            <pc:docMk/>
            <pc:sldMk cId="2273135957" sldId="2147482146"/>
            <ac:spMk id="4" creationId="{81E57761-09F1-D062-6D48-8DA6E0A88F29}"/>
          </ac:spMkLst>
        </pc:spChg>
        <pc:spChg chg="mod">
          <ac:chgData name="Tolentino, Angela Rae" userId="7f94601c-52fd-472d-ba34-a039fcf71ff9" providerId="ADAL" clId="{F793682D-E482-4B9D-854B-98D41FEA0E34}" dt="2025-09-29T19:16:41.457" v="817" actId="1076"/>
          <ac:spMkLst>
            <pc:docMk/>
            <pc:sldMk cId="2273135957" sldId="2147482146"/>
            <ac:spMk id="5" creationId="{BB3DB7BD-BEF7-FF98-8B60-E94421278C7F}"/>
          </ac:spMkLst>
        </pc:spChg>
        <pc:spChg chg="mod">
          <ac:chgData name="Tolentino, Angela Rae" userId="7f94601c-52fd-472d-ba34-a039fcf71ff9" providerId="ADAL" clId="{F793682D-E482-4B9D-854B-98D41FEA0E34}" dt="2025-09-29T19:16:41.457" v="817" actId="1076"/>
          <ac:spMkLst>
            <pc:docMk/>
            <pc:sldMk cId="2273135957" sldId="2147482146"/>
            <ac:spMk id="6" creationId="{DA155158-A8E5-7C74-22E7-11A6A6F66DA8}"/>
          </ac:spMkLst>
        </pc:spChg>
        <pc:spChg chg="add del mod">
          <ac:chgData name="Tolentino, Angela Rae" userId="7f94601c-52fd-472d-ba34-a039fcf71ff9" providerId="ADAL" clId="{F793682D-E482-4B9D-854B-98D41FEA0E34}" dt="2025-09-29T19:12:02.154" v="385"/>
          <ac:spMkLst>
            <pc:docMk/>
            <pc:sldMk cId="2273135957" sldId="2147482146"/>
            <ac:spMk id="7" creationId="{BE0891CB-C214-04BD-11B7-700598704DBD}"/>
          </ac:spMkLst>
        </pc:spChg>
        <pc:spChg chg="add mod">
          <ac:chgData name="Tolentino, Angela Rae" userId="7f94601c-52fd-472d-ba34-a039fcf71ff9" providerId="ADAL" clId="{F793682D-E482-4B9D-854B-98D41FEA0E34}" dt="2025-09-29T20:08:57.008" v="1093" actId="1076"/>
          <ac:spMkLst>
            <pc:docMk/>
            <pc:sldMk cId="2273135957" sldId="2147482146"/>
            <ac:spMk id="8" creationId="{7825C24A-E40E-A88E-30E9-1ACB085C1608}"/>
          </ac:spMkLst>
        </pc:spChg>
        <pc:spChg chg="add mod">
          <ac:chgData name="Tolentino, Angela Rae" userId="7f94601c-52fd-472d-ba34-a039fcf71ff9" providerId="ADAL" clId="{F793682D-E482-4B9D-854B-98D41FEA0E34}" dt="2025-09-29T20:08:57.008" v="1093" actId="1076"/>
          <ac:spMkLst>
            <pc:docMk/>
            <pc:sldMk cId="2273135957" sldId="2147482146"/>
            <ac:spMk id="9" creationId="{6E7211DE-3DEB-41D2-6177-5AAA68179EE0}"/>
          </ac:spMkLst>
        </pc:spChg>
        <pc:spChg chg="add mod">
          <ac:chgData name="Tolentino, Angela Rae" userId="7f94601c-52fd-472d-ba34-a039fcf71ff9" providerId="ADAL" clId="{F793682D-E482-4B9D-854B-98D41FEA0E34}" dt="2025-09-29T20:08:57.008" v="1093" actId="1076"/>
          <ac:spMkLst>
            <pc:docMk/>
            <pc:sldMk cId="2273135957" sldId="2147482146"/>
            <ac:spMk id="10" creationId="{CD57AFDA-84BE-F58F-711F-07F30E7C173F}"/>
          </ac:spMkLst>
        </pc:spChg>
        <pc:spChg chg="add mod">
          <ac:chgData name="Tolentino, Angela Rae" userId="7f94601c-52fd-472d-ba34-a039fcf71ff9" providerId="ADAL" clId="{F793682D-E482-4B9D-854B-98D41FEA0E34}" dt="2025-09-29T20:08:57.008" v="1093" actId="1076"/>
          <ac:spMkLst>
            <pc:docMk/>
            <pc:sldMk cId="2273135957" sldId="2147482146"/>
            <ac:spMk id="11" creationId="{84C381CC-F32E-8406-6129-A362C8BD5B62}"/>
          </ac:spMkLst>
        </pc:spChg>
        <pc:spChg chg="add mod">
          <ac:chgData name="Tolentino, Angela Rae" userId="7f94601c-52fd-472d-ba34-a039fcf71ff9" providerId="ADAL" clId="{F793682D-E482-4B9D-854B-98D41FEA0E34}" dt="2025-09-29T20:08:57.008" v="1093" actId="1076"/>
          <ac:spMkLst>
            <pc:docMk/>
            <pc:sldMk cId="2273135957" sldId="2147482146"/>
            <ac:spMk id="12" creationId="{8BE3F57B-D45D-BF93-3E40-EC88E836B3F1}"/>
          </ac:spMkLst>
        </pc:spChg>
        <pc:spChg chg="add mod">
          <ac:chgData name="Tolentino, Angela Rae" userId="7f94601c-52fd-472d-ba34-a039fcf71ff9" providerId="ADAL" clId="{F793682D-E482-4B9D-854B-98D41FEA0E34}" dt="2025-09-29T20:08:57.008" v="1093" actId="1076"/>
          <ac:spMkLst>
            <pc:docMk/>
            <pc:sldMk cId="2273135957" sldId="2147482146"/>
            <ac:spMk id="13" creationId="{9E4D3243-9BD5-817F-2F92-232CAD54999D}"/>
          </ac:spMkLst>
        </pc:spChg>
        <pc:spChg chg="add mod">
          <ac:chgData name="Tolentino, Angela Rae" userId="7f94601c-52fd-472d-ba34-a039fcf71ff9" providerId="ADAL" clId="{F793682D-E482-4B9D-854B-98D41FEA0E34}" dt="2025-09-29T20:08:57.008" v="1093" actId="1076"/>
          <ac:spMkLst>
            <pc:docMk/>
            <pc:sldMk cId="2273135957" sldId="2147482146"/>
            <ac:spMk id="14" creationId="{BF1D5ED8-61C6-6205-5BCE-0134EACDB45B}"/>
          </ac:spMkLst>
        </pc:spChg>
        <pc:spChg chg="add mod">
          <ac:chgData name="Tolentino, Angela Rae" userId="7f94601c-52fd-472d-ba34-a039fcf71ff9" providerId="ADAL" clId="{F793682D-E482-4B9D-854B-98D41FEA0E34}" dt="2025-09-29T20:08:57.008" v="1093" actId="1076"/>
          <ac:spMkLst>
            <pc:docMk/>
            <pc:sldMk cId="2273135957" sldId="2147482146"/>
            <ac:spMk id="15" creationId="{E3C95744-EB66-0D97-933A-CB80A9E6BB78}"/>
          </ac:spMkLst>
        </pc:spChg>
        <pc:spChg chg="add mod">
          <ac:chgData name="Tolentino, Angela Rae" userId="7f94601c-52fd-472d-ba34-a039fcf71ff9" providerId="ADAL" clId="{F793682D-E482-4B9D-854B-98D41FEA0E34}" dt="2025-09-29T19:17:19.033" v="826"/>
          <ac:spMkLst>
            <pc:docMk/>
            <pc:sldMk cId="2273135957" sldId="2147482146"/>
            <ac:spMk id="18" creationId="{80F17B77-3E2F-644F-51D9-5A63DE87690A}"/>
          </ac:spMkLst>
        </pc:spChg>
        <pc:spChg chg="add del mod">
          <ac:chgData name="Tolentino, Angela Rae" userId="7f94601c-52fd-472d-ba34-a039fcf71ff9" providerId="ADAL" clId="{F793682D-E482-4B9D-854B-98D41FEA0E34}" dt="2025-09-29T19:21:37.176" v="900" actId="478"/>
          <ac:spMkLst>
            <pc:docMk/>
            <pc:sldMk cId="2273135957" sldId="2147482146"/>
            <ac:spMk id="29" creationId="{4B4B0BF4-DBA8-FC5C-EA07-41951D41E7B9}"/>
          </ac:spMkLst>
        </pc:spChg>
        <pc:spChg chg="add mod">
          <ac:chgData name="Tolentino, Angela Rae" userId="7f94601c-52fd-472d-ba34-a039fcf71ff9" providerId="ADAL" clId="{F793682D-E482-4B9D-854B-98D41FEA0E34}" dt="2025-09-29T20:52:44.065" v="1330" actId="20577"/>
          <ac:spMkLst>
            <pc:docMk/>
            <pc:sldMk cId="2273135957" sldId="2147482146"/>
            <ac:spMk id="30" creationId="{34618C60-C0E5-EF06-C81A-0EADC4E1C374}"/>
          </ac:spMkLst>
        </pc:spChg>
        <pc:spChg chg="add mod">
          <ac:chgData name="Tolentino, Angela Rae" userId="7f94601c-52fd-472d-ba34-a039fcf71ff9" providerId="ADAL" clId="{F793682D-E482-4B9D-854B-98D41FEA0E34}" dt="2025-09-29T20:08:41.970" v="1092" actId="14861"/>
          <ac:spMkLst>
            <pc:docMk/>
            <pc:sldMk cId="2273135957" sldId="2147482146"/>
            <ac:spMk id="31" creationId="{975B8233-2379-5F35-6A85-4038F8BE4BD3}"/>
          </ac:spMkLst>
        </pc:spChg>
        <pc:spChg chg="add mod">
          <ac:chgData name="Tolentino, Angela Rae" userId="7f94601c-52fd-472d-ba34-a039fcf71ff9" providerId="ADAL" clId="{F793682D-E482-4B9D-854B-98D41FEA0E34}" dt="2025-09-29T20:53:26.386" v="1386" actId="1076"/>
          <ac:spMkLst>
            <pc:docMk/>
            <pc:sldMk cId="2273135957" sldId="2147482146"/>
            <ac:spMk id="32" creationId="{2F584C24-0774-8F29-38F9-C9E9E8CCB3A2}"/>
          </ac:spMkLst>
        </pc:spChg>
        <pc:picChg chg="add mod">
          <ac:chgData name="Tolentino, Angela Rae" userId="7f94601c-52fd-472d-ba34-a039fcf71ff9" providerId="ADAL" clId="{F793682D-E482-4B9D-854B-98D41FEA0E34}" dt="2025-09-29T19:17:17.171" v="824" actId="1076"/>
          <ac:picMkLst>
            <pc:docMk/>
            <pc:sldMk cId="2273135957" sldId="2147482146"/>
            <ac:picMk id="17" creationId="{D92B2B8C-2E02-0603-77C2-98B809CB0E88}"/>
          </ac:picMkLst>
        </pc:picChg>
        <pc:picChg chg="add mod">
          <ac:chgData name="Tolentino, Angela Rae" userId="7f94601c-52fd-472d-ba34-a039fcf71ff9" providerId="ADAL" clId="{F793682D-E482-4B9D-854B-98D41FEA0E34}" dt="2025-09-29T20:08:57.008" v="1093" actId="1076"/>
          <ac:picMkLst>
            <pc:docMk/>
            <pc:sldMk cId="2273135957" sldId="2147482146"/>
            <ac:picMk id="20" creationId="{986989D5-1B4C-D26B-CA1E-606408262406}"/>
          </ac:picMkLst>
        </pc:picChg>
        <pc:picChg chg="add mod">
          <ac:chgData name="Tolentino, Angela Rae" userId="7f94601c-52fd-472d-ba34-a039fcf71ff9" providerId="ADAL" clId="{F793682D-E482-4B9D-854B-98D41FEA0E34}" dt="2025-09-29T19:20:36.811" v="861" actId="1076"/>
          <ac:picMkLst>
            <pc:docMk/>
            <pc:sldMk cId="2273135957" sldId="2147482146"/>
            <ac:picMk id="22" creationId="{FECA1418-735C-285E-AD46-0F50BF340139}"/>
          </ac:picMkLst>
        </pc:picChg>
        <pc:picChg chg="add mod">
          <ac:chgData name="Tolentino, Angela Rae" userId="7f94601c-52fd-472d-ba34-a039fcf71ff9" providerId="ADAL" clId="{F793682D-E482-4B9D-854B-98D41FEA0E34}" dt="2025-09-29T20:08:57.008" v="1093" actId="1076"/>
          <ac:picMkLst>
            <pc:docMk/>
            <pc:sldMk cId="2273135957" sldId="2147482146"/>
            <ac:picMk id="24" creationId="{01961612-D8C2-9DCD-841D-C77EB63881A0}"/>
          </ac:picMkLst>
        </pc:picChg>
        <pc:picChg chg="add mod">
          <ac:chgData name="Tolentino, Angela Rae" userId="7f94601c-52fd-472d-ba34-a039fcf71ff9" providerId="ADAL" clId="{F793682D-E482-4B9D-854B-98D41FEA0E34}" dt="2025-09-29T19:20:04.464" v="852" actId="1076"/>
          <ac:picMkLst>
            <pc:docMk/>
            <pc:sldMk cId="2273135957" sldId="2147482146"/>
            <ac:picMk id="26" creationId="{140EDCAB-F8A4-9BA7-AB31-B11C848AE94B}"/>
          </ac:picMkLst>
        </pc:picChg>
        <pc:picChg chg="add del mod">
          <ac:chgData name="Tolentino, Angela Rae" userId="7f94601c-52fd-472d-ba34-a039fcf71ff9" providerId="ADAL" clId="{F793682D-E482-4B9D-854B-98D41FEA0E34}" dt="2025-09-29T19:19:56.857" v="850" actId="478"/>
          <ac:picMkLst>
            <pc:docMk/>
            <pc:sldMk cId="2273135957" sldId="2147482146"/>
            <ac:picMk id="28" creationId="{8E2DA1A6-382F-BE0F-FD46-E17E29792B57}"/>
          </ac:picMkLst>
        </pc:picChg>
        <pc:picChg chg="add del mod">
          <ac:chgData name="Tolentino, Angela Rae" userId="7f94601c-52fd-472d-ba34-a039fcf71ff9" providerId="ADAL" clId="{F793682D-E482-4B9D-854B-98D41FEA0E34}" dt="2025-09-29T19:14:50.701" v="525" actId="478"/>
          <ac:picMkLst>
            <pc:docMk/>
            <pc:sldMk cId="2273135957" sldId="2147482146"/>
            <ac:picMk id="2050" creationId="{D00BA7B0-AF3D-EE32-D283-57E5820335D1}"/>
          </ac:picMkLst>
        </pc:picChg>
      </pc:sldChg>
      <pc:sldChg chg="addSp modSp new mod">
        <pc:chgData name="Tolentino, Angela Rae" userId="7f94601c-52fd-472d-ba34-a039fcf71ff9" providerId="ADAL" clId="{F793682D-E482-4B9D-854B-98D41FEA0E34}" dt="2025-09-29T20:55:11.489" v="1387" actId="207"/>
        <pc:sldMkLst>
          <pc:docMk/>
          <pc:sldMk cId="60052296" sldId="2147482147"/>
        </pc:sldMkLst>
        <pc:spChg chg="mod">
          <ac:chgData name="Tolentino, Angela Rae" userId="7f94601c-52fd-472d-ba34-a039fcf71ff9" providerId="ADAL" clId="{F793682D-E482-4B9D-854B-98D41FEA0E34}" dt="2025-09-29T20:52:09.657" v="1324" actId="20577"/>
          <ac:spMkLst>
            <pc:docMk/>
            <pc:sldMk cId="60052296" sldId="2147482147"/>
            <ac:spMk id="2" creationId="{7F3757C2-C216-0F6D-EC9A-EFF208A1B301}"/>
          </ac:spMkLst>
        </pc:spChg>
        <pc:spChg chg="mod">
          <ac:chgData name="Tolentino, Angela Rae" userId="7f94601c-52fd-472d-ba34-a039fcf71ff9" providerId="ADAL" clId="{F793682D-E482-4B9D-854B-98D41FEA0E34}" dt="2025-09-29T20:55:11.489" v="1387" actId="207"/>
          <ac:spMkLst>
            <pc:docMk/>
            <pc:sldMk cId="60052296" sldId="2147482147"/>
            <ac:spMk id="3" creationId="{5CBB312D-EFB4-B89C-2A89-9E241179D3E1}"/>
          </ac:spMkLst>
        </pc:spChg>
        <pc:picChg chg="add mod">
          <ac:chgData name="Tolentino, Angela Rae" userId="7f94601c-52fd-472d-ba34-a039fcf71ff9" providerId="ADAL" clId="{F793682D-E482-4B9D-854B-98D41FEA0E34}" dt="2025-09-29T20:51:50.213" v="1242" actId="1076"/>
          <ac:picMkLst>
            <pc:docMk/>
            <pc:sldMk cId="60052296" sldId="2147482147"/>
            <ac:picMk id="6" creationId="{8C646D8E-95B2-4E9C-CE52-35AD83A94DA9}"/>
          </ac:picMkLst>
        </pc:picChg>
        <pc:picChg chg="add mod">
          <ac:chgData name="Tolentino, Angela Rae" userId="7f94601c-52fd-472d-ba34-a039fcf71ff9" providerId="ADAL" clId="{F793682D-E482-4B9D-854B-98D41FEA0E34}" dt="2025-09-29T20:51:48.796" v="1241" actId="14100"/>
          <ac:picMkLst>
            <pc:docMk/>
            <pc:sldMk cId="60052296" sldId="2147482147"/>
            <ac:picMk id="7" creationId="{A5E9B0AB-1803-1711-F7ED-DBA6BF822D3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6E51EE-7A71-4389-9478-C240E995C71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6CF131-706B-4433-9DDB-A86CA13A5456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HCP receives email or SMS with Unique Link </a:t>
          </a:r>
        </a:p>
      </dgm:t>
    </dgm:pt>
    <dgm:pt modelId="{FC8A000C-EFCF-4EC1-AD13-6B8B9FF90C5F}" type="parTrans" cxnId="{2839DB3D-6A7F-4291-B628-27F487827A9B}">
      <dgm:prSet/>
      <dgm:spPr/>
      <dgm:t>
        <a:bodyPr/>
        <a:lstStyle/>
        <a:p>
          <a:endParaRPr lang="en-US"/>
        </a:p>
      </dgm:t>
    </dgm:pt>
    <dgm:pt modelId="{B3E809B6-A7C8-4EEF-A2C7-AC22ECEE6B05}" type="sibTrans" cxnId="{2839DB3D-6A7F-4291-B628-27F487827A9B}">
      <dgm:prSet/>
      <dgm:spPr/>
      <dgm:t>
        <a:bodyPr/>
        <a:lstStyle/>
        <a:p>
          <a:endParaRPr lang="en-US"/>
        </a:p>
      </dgm:t>
    </dgm:pt>
    <dgm:pt modelId="{7E4C067C-3CFB-4724-9E3E-669388904142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Prefilled Web Form. HCP submits &amp; agrees </a:t>
          </a:r>
          <a:r>
            <a:rPr lang="en-US" sz="1600" err="1">
              <a:solidFill>
                <a:schemeClr val="tx1"/>
              </a:solidFill>
            </a:rPr>
            <a:t>TsCs</a:t>
          </a:r>
          <a:endParaRPr lang="en-US" sz="1600">
            <a:solidFill>
              <a:schemeClr val="tx1"/>
            </a:solidFill>
          </a:endParaRPr>
        </a:p>
      </dgm:t>
    </dgm:pt>
    <dgm:pt modelId="{108846DD-49B1-41DA-AD6E-C371B09FE12C}" type="parTrans" cxnId="{636E8ADF-A0F4-42EA-BEFB-B69F90740FF8}">
      <dgm:prSet/>
      <dgm:spPr/>
      <dgm:t>
        <a:bodyPr/>
        <a:lstStyle/>
        <a:p>
          <a:endParaRPr lang="en-US"/>
        </a:p>
      </dgm:t>
    </dgm:pt>
    <dgm:pt modelId="{116B3DF8-96C9-413A-86FA-E71CF16A1164}" type="sibTrans" cxnId="{636E8ADF-A0F4-42EA-BEFB-B69F90740FF8}">
      <dgm:prSet/>
      <dgm:spPr/>
      <dgm:t>
        <a:bodyPr/>
        <a:lstStyle/>
        <a:p>
          <a:endParaRPr lang="en-US"/>
        </a:p>
      </dgm:t>
    </dgm:pt>
    <dgm:pt modelId="{AFFCA197-8C3C-4DF3-BB36-CD730771E461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HCP receives Thank You Email</a:t>
          </a:r>
        </a:p>
      </dgm:t>
    </dgm:pt>
    <dgm:pt modelId="{3D63E6FC-E8E3-4A5A-B785-447FE0900469}" type="parTrans" cxnId="{AC2BE88D-5D9D-4F86-9A23-025176F7BD3E}">
      <dgm:prSet/>
      <dgm:spPr/>
      <dgm:t>
        <a:bodyPr/>
        <a:lstStyle/>
        <a:p>
          <a:endParaRPr lang="en-US"/>
        </a:p>
      </dgm:t>
    </dgm:pt>
    <dgm:pt modelId="{1FC9630F-CD00-4B35-9BE6-58C6684AC5A5}" type="sibTrans" cxnId="{AC2BE88D-5D9D-4F86-9A23-025176F7BD3E}">
      <dgm:prSet/>
      <dgm:spPr/>
      <dgm:t>
        <a:bodyPr/>
        <a:lstStyle/>
        <a:p>
          <a:endParaRPr lang="en-US"/>
        </a:p>
      </dgm:t>
    </dgm:pt>
    <dgm:pt modelId="{0B5567D4-EED8-4BCC-8FA1-F5ADAE9AF62C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HCP Signs for Samples via </a:t>
          </a:r>
          <a:r>
            <a:rPr lang="en-US" sz="1600" err="1">
              <a:solidFill>
                <a:schemeClr val="tx1"/>
              </a:solidFill>
            </a:rPr>
            <a:t>Docusign</a:t>
          </a:r>
          <a:endParaRPr lang="en-US" sz="1600">
            <a:solidFill>
              <a:schemeClr val="tx1"/>
            </a:solidFill>
          </a:endParaRPr>
        </a:p>
      </dgm:t>
    </dgm:pt>
    <dgm:pt modelId="{C9274742-E644-4180-80FE-82C5969E3C86}" type="parTrans" cxnId="{E74ACBC1-63BE-4773-B01B-435C6D6D8C99}">
      <dgm:prSet/>
      <dgm:spPr/>
      <dgm:t>
        <a:bodyPr/>
        <a:lstStyle/>
        <a:p>
          <a:endParaRPr lang="en-US"/>
        </a:p>
      </dgm:t>
    </dgm:pt>
    <dgm:pt modelId="{EAD09497-6B96-4B84-8154-77D1D7B62541}" type="sibTrans" cxnId="{E74ACBC1-63BE-4773-B01B-435C6D6D8C99}">
      <dgm:prSet/>
      <dgm:spPr/>
      <dgm:t>
        <a:bodyPr/>
        <a:lstStyle/>
        <a:p>
          <a:endParaRPr lang="en-US"/>
        </a:p>
      </dgm:t>
    </dgm:pt>
    <dgm:pt modelId="{8481D4E3-3F7B-4140-ABA8-6C0376EBC75D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HCPs can go back to form to re-order</a:t>
          </a:r>
        </a:p>
      </dgm:t>
    </dgm:pt>
    <dgm:pt modelId="{58DA1562-5C87-45A0-A467-94AAA547152D}" type="parTrans" cxnId="{C09A601B-02E7-47FD-AAA4-2EAF4B72DB72}">
      <dgm:prSet/>
      <dgm:spPr/>
      <dgm:t>
        <a:bodyPr/>
        <a:lstStyle/>
        <a:p>
          <a:endParaRPr lang="en-US"/>
        </a:p>
      </dgm:t>
    </dgm:pt>
    <dgm:pt modelId="{94D4CFE4-624D-484E-AB93-1E90837192AC}" type="sibTrans" cxnId="{C09A601B-02E7-47FD-AAA4-2EAF4B72DB72}">
      <dgm:prSet/>
      <dgm:spPr/>
      <dgm:t>
        <a:bodyPr/>
        <a:lstStyle/>
        <a:p>
          <a:endParaRPr lang="en-US"/>
        </a:p>
      </dgm:t>
    </dgm:pt>
    <dgm:pt modelId="{61EBC349-FAF8-4D5A-ACC2-DA666B81D3FA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HCP receives samples</a:t>
          </a:r>
        </a:p>
      </dgm:t>
    </dgm:pt>
    <dgm:pt modelId="{584FF2D7-1BA7-41E8-BE8F-8C3937284F92}" type="parTrans" cxnId="{9BB9A96D-6293-406B-BFAD-BB1A2D61F0C4}">
      <dgm:prSet/>
      <dgm:spPr/>
      <dgm:t>
        <a:bodyPr/>
        <a:lstStyle/>
        <a:p>
          <a:endParaRPr lang="en-US"/>
        </a:p>
      </dgm:t>
    </dgm:pt>
    <dgm:pt modelId="{5AD6D3C3-6C99-47AA-8AC9-53235D23B446}" type="sibTrans" cxnId="{9BB9A96D-6293-406B-BFAD-BB1A2D61F0C4}">
      <dgm:prSet/>
      <dgm:spPr/>
      <dgm:t>
        <a:bodyPr/>
        <a:lstStyle/>
        <a:p>
          <a:endParaRPr lang="en-US"/>
        </a:p>
      </dgm:t>
    </dgm:pt>
    <dgm:pt modelId="{C1B176A8-9C1C-492E-B782-EB3B14CF9C1B}" type="pres">
      <dgm:prSet presAssocID="{BC6E51EE-7A71-4389-9478-C240E995C715}" presName="Name0" presStyleCnt="0">
        <dgm:presLayoutVars>
          <dgm:dir/>
          <dgm:resizeHandles val="exact"/>
        </dgm:presLayoutVars>
      </dgm:prSet>
      <dgm:spPr/>
    </dgm:pt>
    <dgm:pt modelId="{040B658E-D80A-496B-906B-7DC5F1EB45C7}" type="pres">
      <dgm:prSet presAssocID="{056CF131-706B-4433-9DDB-A86CA13A5456}" presName="node" presStyleLbl="node1" presStyleIdx="0" presStyleCnt="6">
        <dgm:presLayoutVars>
          <dgm:bulletEnabled val="1"/>
        </dgm:presLayoutVars>
      </dgm:prSet>
      <dgm:spPr/>
    </dgm:pt>
    <dgm:pt modelId="{0379F2C6-113F-43B1-8F88-5545B6590364}" type="pres">
      <dgm:prSet presAssocID="{B3E809B6-A7C8-4EEF-A2C7-AC22ECEE6B05}" presName="sibTrans" presStyleLbl="sibTrans2D1" presStyleIdx="0" presStyleCnt="5"/>
      <dgm:spPr/>
    </dgm:pt>
    <dgm:pt modelId="{2B3F6039-CC02-41B1-B6EB-5E3D2A40F800}" type="pres">
      <dgm:prSet presAssocID="{B3E809B6-A7C8-4EEF-A2C7-AC22ECEE6B05}" presName="connectorText" presStyleLbl="sibTrans2D1" presStyleIdx="0" presStyleCnt="5"/>
      <dgm:spPr/>
    </dgm:pt>
    <dgm:pt modelId="{90631B49-1B6E-4F90-81EE-797AFE5B88C2}" type="pres">
      <dgm:prSet presAssocID="{7E4C067C-3CFB-4724-9E3E-669388904142}" presName="node" presStyleLbl="node1" presStyleIdx="1" presStyleCnt="6">
        <dgm:presLayoutVars>
          <dgm:bulletEnabled val="1"/>
        </dgm:presLayoutVars>
      </dgm:prSet>
      <dgm:spPr/>
    </dgm:pt>
    <dgm:pt modelId="{37029B38-D7D4-48BF-A81D-A9B4437C9F7C}" type="pres">
      <dgm:prSet presAssocID="{116B3DF8-96C9-413A-86FA-E71CF16A1164}" presName="sibTrans" presStyleLbl="sibTrans2D1" presStyleIdx="1" presStyleCnt="5"/>
      <dgm:spPr/>
    </dgm:pt>
    <dgm:pt modelId="{E770C0D1-072B-4F57-9AB5-20AEE8E6D710}" type="pres">
      <dgm:prSet presAssocID="{116B3DF8-96C9-413A-86FA-E71CF16A1164}" presName="connectorText" presStyleLbl="sibTrans2D1" presStyleIdx="1" presStyleCnt="5"/>
      <dgm:spPr/>
    </dgm:pt>
    <dgm:pt modelId="{29C14D82-B449-4FB5-A840-152C20B8E677}" type="pres">
      <dgm:prSet presAssocID="{AFFCA197-8C3C-4DF3-BB36-CD730771E461}" presName="node" presStyleLbl="node1" presStyleIdx="2" presStyleCnt="6">
        <dgm:presLayoutVars>
          <dgm:bulletEnabled val="1"/>
        </dgm:presLayoutVars>
      </dgm:prSet>
      <dgm:spPr/>
    </dgm:pt>
    <dgm:pt modelId="{CCAF2D34-BFBB-4238-B6A4-16B092EF0668}" type="pres">
      <dgm:prSet presAssocID="{1FC9630F-CD00-4B35-9BE6-58C6684AC5A5}" presName="sibTrans" presStyleLbl="sibTrans2D1" presStyleIdx="2" presStyleCnt="5"/>
      <dgm:spPr/>
    </dgm:pt>
    <dgm:pt modelId="{BD642925-488C-4F3D-BDD1-87112E47C888}" type="pres">
      <dgm:prSet presAssocID="{1FC9630F-CD00-4B35-9BE6-58C6684AC5A5}" presName="connectorText" presStyleLbl="sibTrans2D1" presStyleIdx="2" presStyleCnt="5"/>
      <dgm:spPr/>
    </dgm:pt>
    <dgm:pt modelId="{86632E6F-93F1-46FA-A7C5-CEF8E892896A}" type="pres">
      <dgm:prSet presAssocID="{61EBC349-FAF8-4D5A-ACC2-DA666B81D3FA}" presName="node" presStyleLbl="node1" presStyleIdx="3" presStyleCnt="6">
        <dgm:presLayoutVars>
          <dgm:bulletEnabled val="1"/>
        </dgm:presLayoutVars>
      </dgm:prSet>
      <dgm:spPr/>
    </dgm:pt>
    <dgm:pt modelId="{875044EE-1D98-457D-9B90-CAD4D5247C33}" type="pres">
      <dgm:prSet presAssocID="{5AD6D3C3-6C99-47AA-8AC9-53235D23B446}" presName="sibTrans" presStyleLbl="sibTrans2D1" presStyleIdx="3" presStyleCnt="5"/>
      <dgm:spPr/>
    </dgm:pt>
    <dgm:pt modelId="{29C37463-D37C-4172-A88F-FABE3EDE2DBD}" type="pres">
      <dgm:prSet presAssocID="{5AD6D3C3-6C99-47AA-8AC9-53235D23B446}" presName="connectorText" presStyleLbl="sibTrans2D1" presStyleIdx="3" presStyleCnt="5"/>
      <dgm:spPr/>
    </dgm:pt>
    <dgm:pt modelId="{85E5EE69-C10D-4FFE-A932-36772242AAEE}" type="pres">
      <dgm:prSet presAssocID="{0B5567D4-EED8-4BCC-8FA1-F5ADAE9AF62C}" presName="node" presStyleLbl="node1" presStyleIdx="4" presStyleCnt="6">
        <dgm:presLayoutVars>
          <dgm:bulletEnabled val="1"/>
        </dgm:presLayoutVars>
      </dgm:prSet>
      <dgm:spPr/>
    </dgm:pt>
    <dgm:pt modelId="{94ED1369-0DCE-4860-AFB1-075B2166BA17}" type="pres">
      <dgm:prSet presAssocID="{EAD09497-6B96-4B84-8154-77D1D7B62541}" presName="sibTrans" presStyleLbl="sibTrans2D1" presStyleIdx="4" presStyleCnt="5"/>
      <dgm:spPr/>
    </dgm:pt>
    <dgm:pt modelId="{E21E7705-588C-43A7-9B90-E63E1EEBC4A7}" type="pres">
      <dgm:prSet presAssocID="{EAD09497-6B96-4B84-8154-77D1D7B62541}" presName="connectorText" presStyleLbl="sibTrans2D1" presStyleIdx="4" presStyleCnt="5"/>
      <dgm:spPr/>
    </dgm:pt>
    <dgm:pt modelId="{92D7A0E3-8D48-4F61-878C-BC018691E07D}" type="pres">
      <dgm:prSet presAssocID="{8481D4E3-3F7B-4140-ABA8-6C0376EBC75D}" presName="node" presStyleLbl="node1" presStyleIdx="5" presStyleCnt="6">
        <dgm:presLayoutVars>
          <dgm:bulletEnabled val="1"/>
        </dgm:presLayoutVars>
      </dgm:prSet>
      <dgm:spPr/>
    </dgm:pt>
  </dgm:ptLst>
  <dgm:cxnLst>
    <dgm:cxn modelId="{9995CD16-D245-4B0F-A18A-F6519D37DE07}" type="presOf" srcId="{B3E809B6-A7C8-4EEF-A2C7-AC22ECEE6B05}" destId="{2B3F6039-CC02-41B1-B6EB-5E3D2A40F800}" srcOrd="1" destOrd="0" presId="urn:microsoft.com/office/officeart/2005/8/layout/process1"/>
    <dgm:cxn modelId="{C09A601B-02E7-47FD-AAA4-2EAF4B72DB72}" srcId="{BC6E51EE-7A71-4389-9478-C240E995C715}" destId="{8481D4E3-3F7B-4140-ABA8-6C0376EBC75D}" srcOrd="5" destOrd="0" parTransId="{58DA1562-5C87-45A0-A467-94AAA547152D}" sibTransId="{94D4CFE4-624D-484E-AB93-1E90837192AC}"/>
    <dgm:cxn modelId="{03806C29-FE2D-4286-B7F7-C8CC7B0AF85F}" type="presOf" srcId="{1FC9630F-CD00-4B35-9BE6-58C6684AC5A5}" destId="{CCAF2D34-BFBB-4238-B6A4-16B092EF0668}" srcOrd="0" destOrd="0" presId="urn:microsoft.com/office/officeart/2005/8/layout/process1"/>
    <dgm:cxn modelId="{DD73942C-42C8-4AD3-8CE8-9F4739E862EF}" type="presOf" srcId="{5AD6D3C3-6C99-47AA-8AC9-53235D23B446}" destId="{29C37463-D37C-4172-A88F-FABE3EDE2DBD}" srcOrd="1" destOrd="0" presId="urn:microsoft.com/office/officeart/2005/8/layout/process1"/>
    <dgm:cxn modelId="{C930852D-2399-4496-B5E0-09CAB5B19A03}" type="presOf" srcId="{1FC9630F-CD00-4B35-9BE6-58C6684AC5A5}" destId="{BD642925-488C-4F3D-BDD1-87112E47C888}" srcOrd="1" destOrd="0" presId="urn:microsoft.com/office/officeart/2005/8/layout/process1"/>
    <dgm:cxn modelId="{2839DB3D-6A7F-4291-B628-27F487827A9B}" srcId="{BC6E51EE-7A71-4389-9478-C240E995C715}" destId="{056CF131-706B-4433-9DDB-A86CA13A5456}" srcOrd="0" destOrd="0" parTransId="{FC8A000C-EFCF-4EC1-AD13-6B8B9FF90C5F}" sibTransId="{B3E809B6-A7C8-4EEF-A2C7-AC22ECEE6B05}"/>
    <dgm:cxn modelId="{C63EB53E-9D9C-4A01-86DC-6E1A06497EDA}" type="presOf" srcId="{7E4C067C-3CFB-4724-9E3E-669388904142}" destId="{90631B49-1B6E-4F90-81EE-797AFE5B88C2}" srcOrd="0" destOrd="0" presId="urn:microsoft.com/office/officeart/2005/8/layout/process1"/>
    <dgm:cxn modelId="{DD111566-977F-4147-9240-340FAD2B737A}" type="presOf" srcId="{116B3DF8-96C9-413A-86FA-E71CF16A1164}" destId="{37029B38-D7D4-48BF-A81D-A9B4437C9F7C}" srcOrd="0" destOrd="0" presId="urn:microsoft.com/office/officeart/2005/8/layout/process1"/>
    <dgm:cxn modelId="{F1AD914C-E60D-45E0-9CA5-33588C47A288}" type="presOf" srcId="{8481D4E3-3F7B-4140-ABA8-6C0376EBC75D}" destId="{92D7A0E3-8D48-4F61-878C-BC018691E07D}" srcOrd="0" destOrd="0" presId="urn:microsoft.com/office/officeart/2005/8/layout/process1"/>
    <dgm:cxn modelId="{9BB9A96D-6293-406B-BFAD-BB1A2D61F0C4}" srcId="{BC6E51EE-7A71-4389-9478-C240E995C715}" destId="{61EBC349-FAF8-4D5A-ACC2-DA666B81D3FA}" srcOrd="3" destOrd="0" parTransId="{584FF2D7-1BA7-41E8-BE8F-8C3937284F92}" sibTransId="{5AD6D3C3-6C99-47AA-8AC9-53235D23B446}"/>
    <dgm:cxn modelId="{D86FD66D-31CD-438B-8998-BB28A7E6978A}" type="presOf" srcId="{EAD09497-6B96-4B84-8154-77D1D7B62541}" destId="{94ED1369-0DCE-4860-AFB1-075B2166BA17}" srcOrd="0" destOrd="0" presId="urn:microsoft.com/office/officeart/2005/8/layout/process1"/>
    <dgm:cxn modelId="{0B40F776-9131-49D1-AD1A-4AEF64105BF7}" type="presOf" srcId="{056CF131-706B-4433-9DDB-A86CA13A5456}" destId="{040B658E-D80A-496B-906B-7DC5F1EB45C7}" srcOrd="0" destOrd="0" presId="urn:microsoft.com/office/officeart/2005/8/layout/process1"/>
    <dgm:cxn modelId="{764D3F82-2980-4164-8AAF-BBFC26418AE4}" type="presOf" srcId="{BC6E51EE-7A71-4389-9478-C240E995C715}" destId="{C1B176A8-9C1C-492E-B782-EB3B14CF9C1B}" srcOrd="0" destOrd="0" presId="urn:microsoft.com/office/officeart/2005/8/layout/process1"/>
    <dgm:cxn modelId="{C3B43A84-9522-4769-9111-769647274F68}" type="presOf" srcId="{116B3DF8-96C9-413A-86FA-E71CF16A1164}" destId="{E770C0D1-072B-4F57-9AB5-20AEE8E6D710}" srcOrd="1" destOrd="0" presId="urn:microsoft.com/office/officeart/2005/8/layout/process1"/>
    <dgm:cxn modelId="{AC2BE88D-5D9D-4F86-9A23-025176F7BD3E}" srcId="{BC6E51EE-7A71-4389-9478-C240E995C715}" destId="{AFFCA197-8C3C-4DF3-BB36-CD730771E461}" srcOrd="2" destOrd="0" parTransId="{3D63E6FC-E8E3-4A5A-B785-447FE0900469}" sibTransId="{1FC9630F-CD00-4B35-9BE6-58C6684AC5A5}"/>
    <dgm:cxn modelId="{AA0BFA9E-FC60-4CB8-AC56-05F9A11B6362}" type="presOf" srcId="{61EBC349-FAF8-4D5A-ACC2-DA666B81D3FA}" destId="{86632E6F-93F1-46FA-A7C5-CEF8E892896A}" srcOrd="0" destOrd="0" presId="urn:microsoft.com/office/officeart/2005/8/layout/process1"/>
    <dgm:cxn modelId="{CB50ACB4-301D-4F4A-AF8C-21E3BF64F700}" type="presOf" srcId="{0B5567D4-EED8-4BCC-8FA1-F5ADAE9AF62C}" destId="{85E5EE69-C10D-4FFE-A932-36772242AAEE}" srcOrd="0" destOrd="0" presId="urn:microsoft.com/office/officeart/2005/8/layout/process1"/>
    <dgm:cxn modelId="{B9FD84BD-771C-48D3-A32D-7E8DF7CC20E8}" type="presOf" srcId="{B3E809B6-A7C8-4EEF-A2C7-AC22ECEE6B05}" destId="{0379F2C6-113F-43B1-8F88-5545B6590364}" srcOrd="0" destOrd="0" presId="urn:microsoft.com/office/officeart/2005/8/layout/process1"/>
    <dgm:cxn modelId="{E74ACBC1-63BE-4773-B01B-435C6D6D8C99}" srcId="{BC6E51EE-7A71-4389-9478-C240E995C715}" destId="{0B5567D4-EED8-4BCC-8FA1-F5ADAE9AF62C}" srcOrd="4" destOrd="0" parTransId="{C9274742-E644-4180-80FE-82C5969E3C86}" sibTransId="{EAD09497-6B96-4B84-8154-77D1D7B62541}"/>
    <dgm:cxn modelId="{582E30C5-5E75-4331-92D8-F723708541B1}" type="presOf" srcId="{5AD6D3C3-6C99-47AA-8AC9-53235D23B446}" destId="{875044EE-1D98-457D-9B90-CAD4D5247C33}" srcOrd="0" destOrd="0" presId="urn:microsoft.com/office/officeart/2005/8/layout/process1"/>
    <dgm:cxn modelId="{BA9618CE-0775-4B27-BB29-28281D5CD8EB}" type="presOf" srcId="{EAD09497-6B96-4B84-8154-77D1D7B62541}" destId="{E21E7705-588C-43A7-9B90-E63E1EEBC4A7}" srcOrd="1" destOrd="0" presId="urn:microsoft.com/office/officeart/2005/8/layout/process1"/>
    <dgm:cxn modelId="{636E8ADF-A0F4-42EA-BEFB-B69F90740FF8}" srcId="{BC6E51EE-7A71-4389-9478-C240E995C715}" destId="{7E4C067C-3CFB-4724-9E3E-669388904142}" srcOrd="1" destOrd="0" parTransId="{108846DD-49B1-41DA-AD6E-C371B09FE12C}" sibTransId="{116B3DF8-96C9-413A-86FA-E71CF16A1164}"/>
    <dgm:cxn modelId="{8DDEB7FE-8B63-4656-B4EA-CD57211500E1}" type="presOf" srcId="{AFFCA197-8C3C-4DF3-BB36-CD730771E461}" destId="{29C14D82-B449-4FB5-A840-152C20B8E677}" srcOrd="0" destOrd="0" presId="urn:microsoft.com/office/officeart/2005/8/layout/process1"/>
    <dgm:cxn modelId="{75ED98C4-2CA4-4404-997B-48B629A5F1C1}" type="presParOf" srcId="{C1B176A8-9C1C-492E-B782-EB3B14CF9C1B}" destId="{040B658E-D80A-496B-906B-7DC5F1EB45C7}" srcOrd="0" destOrd="0" presId="urn:microsoft.com/office/officeart/2005/8/layout/process1"/>
    <dgm:cxn modelId="{802B9C61-B493-49A5-8C8A-FD0F90437A1C}" type="presParOf" srcId="{C1B176A8-9C1C-492E-B782-EB3B14CF9C1B}" destId="{0379F2C6-113F-43B1-8F88-5545B6590364}" srcOrd="1" destOrd="0" presId="urn:microsoft.com/office/officeart/2005/8/layout/process1"/>
    <dgm:cxn modelId="{D7BDC1CD-FEF9-4AC6-9544-D3B02DE1439A}" type="presParOf" srcId="{0379F2C6-113F-43B1-8F88-5545B6590364}" destId="{2B3F6039-CC02-41B1-B6EB-5E3D2A40F800}" srcOrd="0" destOrd="0" presId="urn:microsoft.com/office/officeart/2005/8/layout/process1"/>
    <dgm:cxn modelId="{03C69B5B-EEC5-4E5E-8285-08E3FA6318FE}" type="presParOf" srcId="{C1B176A8-9C1C-492E-B782-EB3B14CF9C1B}" destId="{90631B49-1B6E-4F90-81EE-797AFE5B88C2}" srcOrd="2" destOrd="0" presId="urn:microsoft.com/office/officeart/2005/8/layout/process1"/>
    <dgm:cxn modelId="{180BA725-D568-4404-9916-D337E4F045AA}" type="presParOf" srcId="{C1B176A8-9C1C-492E-B782-EB3B14CF9C1B}" destId="{37029B38-D7D4-48BF-A81D-A9B4437C9F7C}" srcOrd="3" destOrd="0" presId="urn:microsoft.com/office/officeart/2005/8/layout/process1"/>
    <dgm:cxn modelId="{66FEEC0C-0144-4A8E-B77D-28B05228BC92}" type="presParOf" srcId="{37029B38-D7D4-48BF-A81D-A9B4437C9F7C}" destId="{E770C0D1-072B-4F57-9AB5-20AEE8E6D710}" srcOrd="0" destOrd="0" presId="urn:microsoft.com/office/officeart/2005/8/layout/process1"/>
    <dgm:cxn modelId="{81FCB8B5-A29B-4D0B-BD8D-EE89A54ACE60}" type="presParOf" srcId="{C1B176A8-9C1C-492E-B782-EB3B14CF9C1B}" destId="{29C14D82-B449-4FB5-A840-152C20B8E677}" srcOrd="4" destOrd="0" presId="urn:microsoft.com/office/officeart/2005/8/layout/process1"/>
    <dgm:cxn modelId="{88E6C980-90E7-4669-8F7C-EF395F103679}" type="presParOf" srcId="{C1B176A8-9C1C-492E-B782-EB3B14CF9C1B}" destId="{CCAF2D34-BFBB-4238-B6A4-16B092EF0668}" srcOrd="5" destOrd="0" presId="urn:microsoft.com/office/officeart/2005/8/layout/process1"/>
    <dgm:cxn modelId="{A2F7033B-497E-40FA-9DBA-92991F108B23}" type="presParOf" srcId="{CCAF2D34-BFBB-4238-B6A4-16B092EF0668}" destId="{BD642925-488C-4F3D-BDD1-87112E47C888}" srcOrd="0" destOrd="0" presId="urn:microsoft.com/office/officeart/2005/8/layout/process1"/>
    <dgm:cxn modelId="{84E641F0-A714-45EA-A72A-EB3D06ADFCD4}" type="presParOf" srcId="{C1B176A8-9C1C-492E-B782-EB3B14CF9C1B}" destId="{86632E6F-93F1-46FA-A7C5-CEF8E892896A}" srcOrd="6" destOrd="0" presId="urn:microsoft.com/office/officeart/2005/8/layout/process1"/>
    <dgm:cxn modelId="{FA2A75DB-3C09-4581-A5C1-49A1AEAEF4A5}" type="presParOf" srcId="{C1B176A8-9C1C-492E-B782-EB3B14CF9C1B}" destId="{875044EE-1D98-457D-9B90-CAD4D5247C33}" srcOrd="7" destOrd="0" presId="urn:microsoft.com/office/officeart/2005/8/layout/process1"/>
    <dgm:cxn modelId="{14CD90A4-75C0-45AC-817A-95EDA7BF9461}" type="presParOf" srcId="{875044EE-1D98-457D-9B90-CAD4D5247C33}" destId="{29C37463-D37C-4172-A88F-FABE3EDE2DBD}" srcOrd="0" destOrd="0" presId="urn:microsoft.com/office/officeart/2005/8/layout/process1"/>
    <dgm:cxn modelId="{2D129BF6-DCFC-4D96-A35A-C4C689DCE718}" type="presParOf" srcId="{C1B176A8-9C1C-492E-B782-EB3B14CF9C1B}" destId="{85E5EE69-C10D-4FFE-A932-36772242AAEE}" srcOrd="8" destOrd="0" presId="urn:microsoft.com/office/officeart/2005/8/layout/process1"/>
    <dgm:cxn modelId="{CC32409B-CF9F-4EC5-9A79-610D833C7406}" type="presParOf" srcId="{C1B176A8-9C1C-492E-B782-EB3B14CF9C1B}" destId="{94ED1369-0DCE-4860-AFB1-075B2166BA17}" srcOrd="9" destOrd="0" presId="urn:microsoft.com/office/officeart/2005/8/layout/process1"/>
    <dgm:cxn modelId="{B92D0EF2-EB5C-4B17-92B2-41A7A01DA9D2}" type="presParOf" srcId="{94ED1369-0DCE-4860-AFB1-075B2166BA17}" destId="{E21E7705-588C-43A7-9B90-E63E1EEBC4A7}" srcOrd="0" destOrd="0" presId="urn:microsoft.com/office/officeart/2005/8/layout/process1"/>
    <dgm:cxn modelId="{4789CF4D-7950-448D-841B-E558453085EA}" type="presParOf" srcId="{C1B176A8-9C1C-492E-B782-EB3B14CF9C1B}" destId="{92D7A0E3-8D48-4F61-878C-BC018691E07D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6E51EE-7A71-4389-9478-C240E995C71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6CF131-706B-4433-9DDB-A86CA13A5456}">
      <dgm:prSet phldrT="[Text]" custT="1"/>
      <dgm:spPr/>
      <dgm:t>
        <a:bodyPr/>
        <a:lstStyle/>
        <a:p>
          <a:r>
            <a:rPr lang="en-US" sz="1400">
              <a:solidFill>
                <a:schemeClr val="tx1"/>
              </a:solidFill>
            </a:rPr>
            <a:t>HCP visits open form via media, website, tradeshow</a:t>
          </a:r>
        </a:p>
      </dgm:t>
    </dgm:pt>
    <dgm:pt modelId="{FC8A000C-EFCF-4EC1-AD13-6B8B9FF90C5F}" type="parTrans" cxnId="{2839DB3D-6A7F-4291-B628-27F487827A9B}">
      <dgm:prSet/>
      <dgm:spPr/>
      <dgm:t>
        <a:bodyPr/>
        <a:lstStyle/>
        <a:p>
          <a:endParaRPr lang="en-US"/>
        </a:p>
      </dgm:t>
    </dgm:pt>
    <dgm:pt modelId="{B3E809B6-A7C8-4EEF-A2C7-AC22ECEE6B05}" type="sibTrans" cxnId="{2839DB3D-6A7F-4291-B628-27F487827A9B}">
      <dgm:prSet/>
      <dgm:spPr/>
      <dgm:t>
        <a:bodyPr/>
        <a:lstStyle/>
        <a:p>
          <a:endParaRPr lang="en-US"/>
        </a:p>
      </dgm:t>
    </dgm:pt>
    <dgm:pt modelId="{7E4C067C-3CFB-4724-9E3E-669388904142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Prefilled Web Form. HCP submits &amp; agrees </a:t>
          </a:r>
          <a:r>
            <a:rPr lang="en-US" sz="1600" err="1">
              <a:solidFill>
                <a:schemeClr val="tx1"/>
              </a:solidFill>
            </a:rPr>
            <a:t>TsCs</a:t>
          </a:r>
          <a:endParaRPr lang="en-US" sz="1600">
            <a:solidFill>
              <a:schemeClr val="tx1"/>
            </a:solidFill>
          </a:endParaRPr>
        </a:p>
      </dgm:t>
    </dgm:pt>
    <dgm:pt modelId="{108846DD-49B1-41DA-AD6E-C371B09FE12C}" type="parTrans" cxnId="{636E8ADF-A0F4-42EA-BEFB-B69F90740FF8}">
      <dgm:prSet/>
      <dgm:spPr/>
      <dgm:t>
        <a:bodyPr/>
        <a:lstStyle/>
        <a:p>
          <a:endParaRPr lang="en-US"/>
        </a:p>
      </dgm:t>
    </dgm:pt>
    <dgm:pt modelId="{116B3DF8-96C9-413A-86FA-E71CF16A1164}" type="sibTrans" cxnId="{636E8ADF-A0F4-42EA-BEFB-B69F90740FF8}">
      <dgm:prSet/>
      <dgm:spPr/>
      <dgm:t>
        <a:bodyPr/>
        <a:lstStyle/>
        <a:p>
          <a:endParaRPr lang="en-US"/>
        </a:p>
      </dgm:t>
    </dgm:pt>
    <dgm:pt modelId="{AFFCA197-8C3C-4DF3-BB36-CD730771E461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HCP receives Thank You Email</a:t>
          </a:r>
        </a:p>
      </dgm:t>
    </dgm:pt>
    <dgm:pt modelId="{3D63E6FC-E8E3-4A5A-B785-447FE0900469}" type="parTrans" cxnId="{AC2BE88D-5D9D-4F86-9A23-025176F7BD3E}">
      <dgm:prSet/>
      <dgm:spPr/>
      <dgm:t>
        <a:bodyPr/>
        <a:lstStyle/>
        <a:p>
          <a:endParaRPr lang="en-US"/>
        </a:p>
      </dgm:t>
    </dgm:pt>
    <dgm:pt modelId="{1FC9630F-CD00-4B35-9BE6-58C6684AC5A5}" type="sibTrans" cxnId="{AC2BE88D-5D9D-4F86-9A23-025176F7BD3E}">
      <dgm:prSet/>
      <dgm:spPr/>
      <dgm:t>
        <a:bodyPr/>
        <a:lstStyle/>
        <a:p>
          <a:endParaRPr lang="en-US"/>
        </a:p>
      </dgm:t>
    </dgm:pt>
    <dgm:pt modelId="{0B5567D4-EED8-4BCC-8FA1-F5ADAE9AF62C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HCP Signs for Samples via </a:t>
          </a:r>
          <a:r>
            <a:rPr lang="en-US" sz="1600" err="1">
              <a:solidFill>
                <a:schemeClr val="tx1"/>
              </a:solidFill>
            </a:rPr>
            <a:t>Docusign</a:t>
          </a:r>
          <a:endParaRPr lang="en-US" sz="1600">
            <a:solidFill>
              <a:schemeClr val="tx1"/>
            </a:solidFill>
          </a:endParaRPr>
        </a:p>
      </dgm:t>
    </dgm:pt>
    <dgm:pt modelId="{C9274742-E644-4180-80FE-82C5969E3C86}" type="parTrans" cxnId="{E74ACBC1-63BE-4773-B01B-435C6D6D8C99}">
      <dgm:prSet/>
      <dgm:spPr/>
      <dgm:t>
        <a:bodyPr/>
        <a:lstStyle/>
        <a:p>
          <a:endParaRPr lang="en-US"/>
        </a:p>
      </dgm:t>
    </dgm:pt>
    <dgm:pt modelId="{EAD09497-6B96-4B84-8154-77D1D7B62541}" type="sibTrans" cxnId="{E74ACBC1-63BE-4773-B01B-435C6D6D8C99}">
      <dgm:prSet/>
      <dgm:spPr/>
      <dgm:t>
        <a:bodyPr/>
        <a:lstStyle/>
        <a:p>
          <a:endParaRPr lang="en-US"/>
        </a:p>
      </dgm:t>
    </dgm:pt>
    <dgm:pt modelId="{8481D4E3-3F7B-4140-ABA8-6C0376EBC75D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HCPs can go back to form to re-order</a:t>
          </a:r>
        </a:p>
      </dgm:t>
    </dgm:pt>
    <dgm:pt modelId="{58DA1562-5C87-45A0-A467-94AAA547152D}" type="parTrans" cxnId="{C09A601B-02E7-47FD-AAA4-2EAF4B72DB72}">
      <dgm:prSet/>
      <dgm:spPr/>
      <dgm:t>
        <a:bodyPr/>
        <a:lstStyle/>
        <a:p>
          <a:endParaRPr lang="en-US"/>
        </a:p>
      </dgm:t>
    </dgm:pt>
    <dgm:pt modelId="{94D4CFE4-624D-484E-AB93-1E90837192AC}" type="sibTrans" cxnId="{C09A601B-02E7-47FD-AAA4-2EAF4B72DB72}">
      <dgm:prSet/>
      <dgm:spPr/>
      <dgm:t>
        <a:bodyPr/>
        <a:lstStyle/>
        <a:p>
          <a:endParaRPr lang="en-US"/>
        </a:p>
      </dgm:t>
    </dgm:pt>
    <dgm:pt modelId="{61EBC349-FAF8-4D5A-ACC2-DA666B81D3FA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HCP receives samples</a:t>
          </a:r>
        </a:p>
      </dgm:t>
    </dgm:pt>
    <dgm:pt modelId="{584FF2D7-1BA7-41E8-BE8F-8C3937284F92}" type="parTrans" cxnId="{9BB9A96D-6293-406B-BFAD-BB1A2D61F0C4}">
      <dgm:prSet/>
      <dgm:spPr/>
      <dgm:t>
        <a:bodyPr/>
        <a:lstStyle/>
        <a:p>
          <a:endParaRPr lang="en-US"/>
        </a:p>
      </dgm:t>
    </dgm:pt>
    <dgm:pt modelId="{5AD6D3C3-6C99-47AA-8AC9-53235D23B446}" type="sibTrans" cxnId="{9BB9A96D-6293-406B-BFAD-BB1A2D61F0C4}">
      <dgm:prSet/>
      <dgm:spPr/>
      <dgm:t>
        <a:bodyPr/>
        <a:lstStyle/>
        <a:p>
          <a:endParaRPr lang="en-US"/>
        </a:p>
      </dgm:t>
    </dgm:pt>
    <dgm:pt modelId="{6EA4AFA5-9B76-49F0-A010-5F9C5C4946AB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HCP Inputs their NPI</a:t>
          </a:r>
        </a:p>
      </dgm:t>
    </dgm:pt>
    <dgm:pt modelId="{B681CE4A-EB40-4487-8C8D-25B68EF12795}" type="parTrans" cxnId="{47DD45FE-1934-4E16-8459-5D46C48F933F}">
      <dgm:prSet/>
      <dgm:spPr/>
      <dgm:t>
        <a:bodyPr/>
        <a:lstStyle/>
        <a:p>
          <a:endParaRPr lang="en-US"/>
        </a:p>
      </dgm:t>
    </dgm:pt>
    <dgm:pt modelId="{F3FF1F05-4A20-4DEC-97F8-F249EA68A295}" type="sibTrans" cxnId="{47DD45FE-1934-4E16-8459-5D46C48F933F}">
      <dgm:prSet/>
      <dgm:spPr/>
      <dgm:t>
        <a:bodyPr/>
        <a:lstStyle/>
        <a:p>
          <a:endParaRPr lang="en-US"/>
        </a:p>
      </dgm:t>
    </dgm:pt>
    <dgm:pt modelId="{C1B176A8-9C1C-492E-B782-EB3B14CF9C1B}" type="pres">
      <dgm:prSet presAssocID="{BC6E51EE-7A71-4389-9478-C240E995C715}" presName="Name0" presStyleCnt="0">
        <dgm:presLayoutVars>
          <dgm:dir/>
          <dgm:resizeHandles val="exact"/>
        </dgm:presLayoutVars>
      </dgm:prSet>
      <dgm:spPr/>
    </dgm:pt>
    <dgm:pt modelId="{040B658E-D80A-496B-906B-7DC5F1EB45C7}" type="pres">
      <dgm:prSet presAssocID="{056CF131-706B-4433-9DDB-A86CA13A5456}" presName="node" presStyleLbl="node1" presStyleIdx="0" presStyleCnt="7">
        <dgm:presLayoutVars>
          <dgm:bulletEnabled val="1"/>
        </dgm:presLayoutVars>
      </dgm:prSet>
      <dgm:spPr/>
    </dgm:pt>
    <dgm:pt modelId="{0379F2C6-113F-43B1-8F88-5545B6590364}" type="pres">
      <dgm:prSet presAssocID="{B3E809B6-A7C8-4EEF-A2C7-AC22ECEE6B05}" presName="sibTrans" presStyleLbl="sibTrans2D1" presStyleIdx="0" presStyleCnt="6"/>
      <dgm:spPr/>
    </dgm:pt>
    <dgm:pt modelId="{2B3F6039-CC02-41B1-B6EB-5E3D2A40F800}" type="pres">
      <dgm:prSet presAssocID="{B3E809B6-A7C8-4EEF-A2C7-AC22ECEE6B05}" presName="connectorText" presStyleLbl="sibTrans2D1" presStyleIdx="0" presStyleCnt="6"/>
      <dgm:spPr/>
    </dgm:pt>
    <dgm:pt modelId="{3336599C-34B1-47F0-BC16-1C9ADC434257}" type="pres">
      <dgm:prSet presAssocID="{6EA4AFA5-9B76-49F0-A010-5F9C5C4946AB}" presName="node" presStyleLbl="node1" presStyleIdx="1" presStyleCnt="7">
        <dgm:presLayoutVars>
          <dgm:bulletEnabled val="1"/>
        </dgm:presLayoutVars>
      </dgm:prSet>
      <dgm:spPr/>
    </dgm:pt>
    <dgm:pt modelId="{E6A2047E-5AA4-41D0-8EB0-52E9BD80D454}" type="pres">
      <dgm:prSet presAssocID="{F3FF1F05-4A20-4DEC-97F8-F249EA68A295}" presName="sibTrans" presStyleLbl="sibTrans2D1" presStyleIdx="1" presStyleCnt="6"/>
      <dgm:spPr/>
    </dgm:pt>
    <dgm:pt modelId="{D2C021B6-A4D3-47AE-8946-67DE4A1C30D9}" type="pres">
      <dgm:prSet presAssocID="{F3FF1F05-4A20-4DEC-97F8-F249EA68A295}" presName="connectorText" presStyleLbl="sibTrans2D1" presStyleIdx="1" presStyleCnt="6"/>
      <dgm:spPr/>
    </dgm:pt>
    <dgm:pt modelId="{90631B49-1B6E-4F90-81EE-797AFE5B88C2}" type="pres">
      <dgm:prSet presAssocID="{7E4C067C-3CFB-4724-9E3E-669388904142}" presName="node" presStyleLbl="node1" presStyleIdx="2" presStyleCnt="7">
        <dgm:presLayoutVars>
          <dgm:bulletEnabled val="1"/>
        </dgm:presLayoutVars>
      </dgm:prSet>
      <dgm:spPr/>
    </dgm:pt>
    <dgm:pt modelId="{37029B38-D7D4-48BF-A81D-A9B4437C9F7C}" type="pres">
      <dgm:prSet presAssocID="{116B3DF8-96C9-413A-86FA-E71CF16A1164}" presName="sibTrans" presStyleLbl="sibTrans2D1" presStyleIdx="2" presStyleCnt="6"/>
      <dgm:spPr/>
    </dgm:pt>
    <dgm:pt modelId="{E770C0D1-072B-4F57-9AB5-20AEE8E6D710}" type="pres">
      <dgm:prSet presAssocID="{116B3DF8-96C9-413A-86FA-E71CF16A1164}" presName="connectorText" presStyleLbl="sibTrans2D1" presStyleIdx="2" presStyleCnt="6"/>
      <dgm:spPr/>
    </dgm:pt>
    <dgm:pt modelId="{29C14D82-B449-4FB5-A840-152C20B8E677}" type="pres">
      <dgm:prSet presAssocID="{AFFCA197-8C3C-4DF3-BB36-CD730771E461}" presName="node" presStyleLbl="node1" presStyleIdx="3" presStyleCnt="7">
        <dgm:presLayoutVars>
          <dgm:bulletEnabled val="1"/>
        </dgm:presLayoutVars>
      </dgm:prSet>
      <dgm:spPr/>
    </dgm:pt>
    <dgm:pt modelId="{CCAF2D34-BFBB-4238-B6A4-16B092EF0668}" type="pres">
      <dgm:prSet presAssocID="{1FC9630F-CD00-4B35-9BE6-58C6684AC5A5}" presName="sibTrans" presStyleLbl="sibTrans2D1" presStyleIdx="3" presStyleCnt="6"/>
      <dgm:spPr/>
    </dgm:pt>
    <dgm:pt modelId="{BD642925-488C-4F3D-BDD1-87112E47C888}" type="pres">
      <dgm:prSet presAssocID="{1FC9630F-CD00-4B35-9BE6-58C6684AC5A5}" presName="connectorText" presStyleLbl="sibTrans2D1" presStyleIdx="3" presStyleCnt="6"/>
      <dgm:spPr/>
    </dgm:pt>
    <dgm:pt modelId="{86632E6F-93F1-46FA-A7C5-CEF8E892896A}" type="pres">
      <dgm:prSet presAssocID="{61EBC349-FAF8-4D5A-ACC2-DA666B81D3FA}" presName="node" presStyleLbl="node1" presStyleIdx="4" presStyleCnt="7">
        <dgm:presLayoutVars>
          <dgm:bulletEnabled val="1"/>
        </dgm:presLayoutVars>
      </dgm:prSet>
      <dgm:spPr/>
    </dgm:pt>
    <dgm:pt modelId="{875044EE-1D98-457D-9B90-CAD4D5247C33}" type="pres">
      <dgm:prSet presAssocID="{5AD6D3C3-6C99-47AA-8AC9-53235D23B446}" presName="sibTrans" presStyleLbl="sibTrans2D1" presStyleIdx="4" presStyleCnt="6"/>
      <dgm:spPr/>
    </dgm:pt>
    <dgm:pt modelId="{29C37463-D37C-4172-A88F-FABE3EDE2DBD}" type="pres">
      <dgm:prSet presAssocID="{5AD6D3C3-6C99-47AA-8AC9-53235D23B446}" presName="connectorText" presStyleLbl="sibTrans2D1" presStyleIdx="4" presStyleCnt="6"/>
      <dgm:spPr/>
    </dgm:pt>
    <dgm:pt modelId="{85E5EE69-C10D-4FFE-A932-36772242AAEE}" type="pres">
      <dgm:prSet presAssocID="{0B5567D4-EED8-4BCC-8FA1-F5ADAE9AF62C}" presName="node" presStyleLbl="node1" presStyleIdx="5" presStyleCnt="7">
        <dgm:presLayoutVars>
          <dgm:bulletEnabled val="1"/>
        </dgm:presLayoutVars>
      </dgm:prSet>
      <dgm:spPr/>
    </dgm:pt>
    <dgm:pt modelId="{94ED1369-0DCE-4860-AFB1-075B2166BA17}" type="pres">
      <dgm:prSet presAssocID="{EAD09497-6B96-4B84-8154-77D1D7B62541}" presName="sibTrans" presStyleLbl="sibTrans2D1" presStyleIdx="5" presStyleCnt="6"/>
      <dgm:spPr/>
    </dgm:pt>
    <dgm:pt modelId="{E21E7705-588C-43A7-9B90-E63E1EEBC4A7}" type="pres">
      <dgm:prSet presAssocID="{EAD09497-6B96-4B84-8154-77D1D7B62541}" presName="connectorText" presStyleLbl="sibTrans2D1" presStyleIdx="5" presStyleCnt="6"/>
      <dgm:spPr/>
    </dgm:pt>
    <dgm:pt modelId="{92D7A0E3-8D48-4F61-878C-BC018691E07D}" type="pres">
      <dgm:prSet presAssocID="{8481D4E3-3F7B-4140-ABA8-6C0376EBC75D}" presName="node" presStyleLbl="node1" presStyleIdx="6" presStyleCnt="7">
        <dgm:presLayoutVars>
          <dgm:bulletEnabled val="1"/>
        </dgm:presLayoutVars>
      </dgm:prSet>
      <dgm:spPr/>
    </dgm:pt>
  </dgm:ptLst>
  <dgm:cxnLst>
    <dgm:cxn modelId="{63DBC60B-3D80-4FA8-9E58-B0B4F5504CF6}" type="presOf" srcId="{F3FF1F05-4A20-4DEC-97F8-F249EA68A295}" destId="{D2C021B6-A4D3-47AE-8946-67DE4A1C30D9}" srcOrd="1" destOrd="0" presId="urn:microsoft.com/office/officeart/2005/8/layout/process1"/>
    <dgm:cxn modelId="{9995CD16-D245-4B0F-A18A-F6519D37DE07}" type="presOf" srcId="{B3E809B6-A7C8-4EEF-A2C7-AC22ECEE6B05}" destId="{2B3F6039-CC02-41B1-B6EB-5E3D2A40F800}" srcOrd="1" destOrd="0" presId="urn:microsoft.com/office/officeart/2005/8/layout/process1"/>
    <dgm:cxn modelId="{C09A601B-02E7-47FD-AAA4-2EAF4B72DB72}" srcId="{BC6E51EE-7A71-4389-9478-C240E995C715}" destId="{8481D4E3-3F7B-4140-ABA8-6C0376EBC75D}" srcOrd="6" destOrd="0" parTransId="{58DA1562-5C87-45A0-A467-94AAA547152D}" sibTransId="{94D4CFE4-624D-484E-AB93-1E90837192AC}"/>
    <dgm:cxn modelId="{03806C29-FE2D-4286-B7F7-C8CC7B0AF85F}" type="presOf" srcId="{1FC9630F-CD00-4B35-9BE6-58C6684AC5A5}" destId="{CCAF2D34-BFBB-4238-B6A4-16B092EF0668}" srcOrd="0" destOrd="0" presId="urn:microsoft.com/office/officeart/2005/8/layout/process1"/>
    <dgm:cxn modelId="{DD73942C-42C8-4AD3-8CE8-9F4739E862EF}" type="presOf" srcId="{5AD6D3C3-6C99-47AA-8AC9-53235D23B446}" destId="{29C37463-D37C-4172-A88F-FABE3EDE2DBD}" srcOrd="1" destOrd="0" presId="urn:microsoft.com/office/officeart/2005/8/layout/process1"/>
    <dgm:cxn modelId="{C930852D-2399-4496-B5E0-09CAB5B19A03}" type="presOf" srcId="{1FC9630F-CD00-4B35-9BE6-58C6684AC5A5}" destId="{BD642925-488C-4F3D-BDD1-87112E47C888}" srcOrd="1" destOrd="0" presId="urn:microsoft.com/office/officeart/2005/8/layout/process1"/>
    <dgm:cxn modelId="{2839DB3D-6A7F-4291-B628-27F487827A9B}" srcId="{BC6E51EE-7A71-4389-9478-C240E995C715}" destId="{056CF131-706B-4433-9DDB-A86CA13A5456}" srcOrd="0" destOrd="0" parTransId="{FC8A000C-EFCF-4EC1-AD13-6B8B9FF90C5F}" sibTransId="{B3E809B6-A7C8-4EEF-A2C7-AC22ECEE6B05}"/>
    <dgm:cxn modelId="{C63EB53E-9D9C-4A01-86DC-6E1A06497EDA}" type="presOf" srcId="{7E4C067C-3CFB-4724-9E3E-669388904142}" destId="{90631B49-1B6E-4F90-81EE-797AFE5B88C2}" srcOrd="0" destOrd="0" presId="urn:microsoft.com/office/officeart/2005/8/layout/process1"/>
    <dgm:cxn modelId="{3E120162-C684-4C4A-982F-ACA78D1D1738}" type="presOf" srcId="{F3FF1F05-4A20-4DEC-97F8-F249EA68A295}" destId="{E6A2047E-5AA4-41D0-8EB0-52E9BD80D454}" srcOrd="0" destOrd="0" presId="urn:microsoft.com/office/officeart/2005/8/layout/process1"/>
    <dgm:cxn modelId="{DD111566-977F-4147-9240-340FAD2B737A}" type="presOf" srcId="{116B3DF8-96C9-413A-86FA-E71CF16A1164}" destId="{37029B38-D7D4-48BF-A81D-A9B4437C9F7C}" srcOrd="0" destOrd="0" presId="urn:microsoft.com/office/officeart/2005/8/layout/process1"/>
    <dgm:cxn modelId="{F1AD914C-E60D-45E0-9CA5-33588C47A288}" type="presOf" srcId="{8481D4E3-3F7B-4140-ABA8-6C0376EBC75D}" destId="{92D7A0E3-8D48-4F61-878C-BC018691E07D}" srcOrd="0" destOrd="0" presId="urn:microsoft.com/office/officeart/2005/8/layout/process1"/>
    <dgm:cxn modelId="{9BB9A96D-6293-406B-BFAD-BB1A2D61F0C4}" srcId="{BC6E51EE-7A71-4389-9478-C240E995C715}" destId="{61EBC349-FAF8-4D5A-ACC2-DA666B81D3FA}" srcOrd="4" destOrd="0" parTransId="{584FF2D7-1BA7-41E8-BE8F-8C3937284F92}" sibTransId="{5AD6D3C3-6C99-47AA-8AC9-53235D23B446}"/>
    <dgm:cxn modelId="{D86FD66D-31CD-438B-8998-BB28A7E6978A}" type="presOf" srcId="{EAD09497-6B96-4B84-8154-77D1D7B62541}" destId="{94ED1369-0DCE-4860-AFB1-075B2166BA17}" srcOrd="0" destOrd="0" presId="urn:microsoft.com/office/officeart/2005/8/layout/process1"/>
    <dgm:cxn modelId="{0B40F776-9131-49D1-AD1A-4AEF64105BF7}" type="presOf" srcId="{056CF131-706B-4433-9DDB-A86CA13A5456}" destId="{040B658E-D80A-496B-906B-7DC5F1EB45C7}" srcOrd="0" destOrd="0" presId="urn:microsoft.com/office/officeart/2005/8/layout/process1"/>
    <dgm:cxn modelId="{764D3F82-2980-4164-8AAF-BBFC26418AE4}" type="presOf" srcId="{BC6E51EE-7A71-4389-9478-C240E995C715}" destId="{C1B176A8-9C1C-492E-B782-EB3B14CF9C1B}" srcOrd="0" destOrd="0" presId="urn:microsoft.com/office/officeart/2005/8/layout/process1"/>
    <dgm:cxn modelId="{C3B43A84-9522-4769-9111-769647274F68}" type="presOf" srcId="{116B3DF8-96C9-413A-86FA-E71CF16A1164}" destId="{E770C0D1-072B-4F57-9AB5-20AEE8E6D710}" srcOrd="1" destOrd="0" presId="urn:microsoft.com/office/officeart/2005/8/layout/process1"/>
    <dgm:cxn modelId="{AC2BE88D-5D9D-4F86-9A23-025176F7BD3E}" srcId="{BC6E51EE-7A71-4389-9478-C240E995C715}" destId="{AFFCA197-8C3C-4DF3-BB36-CD730771E461}" srcOrd="3" destOrd="0" parTransId="{3D63E6FC-E8E3-4A5A-B785-447FE0900469}" sibTransId="{1FC9630F-CD00-4B35-9BE6-58C6684AC5A5}"/>
    <dgm:cxn modelId="{AA0BFA9E-FC60-4CB8-AC56-05F9A11B6362}" type="presOf" srcId="{61EBC349-FAF8-4D5A-ACC2-DA666B81D3FA}" destId="{86632E6F-93F1-46FA-A7C5-CEF8E892896A}" srcOrd="0" destOrd="0" presId="urn:microsoft.com/office/officeart/2005/8/layout/process1"/>
    <dgm:cxn modelId="{CB50ACB4-301D-4F4A-AF8C-21E3BF64F700}" type="presOf" srcId="{0B5567D4-EED8-4BCC-8FA1-F5ADAE9AF62C}" destId="{85E5EE69-C10D-4FFE-A932-36772242AAEE}" srcOrd="0" destOrd="0" presId="urn:microsoft.com/office/officeart/2005/8/layout/process1"/>
    <dgm:cxn modelId="{B9FD84BD-771C-48D3-A32D-7E8DF7CC20E8}" type="presOf" srcId="{B3E809B6-A7C8-4EEF-A2C7-AC22ECEE6B05}" destId="{0379F2C6-113F-43B1-8F88-5545B6590364}" srcOrd="0" destOrd="0" presId="urn:microsoft.com/office/officeart/2005/8/layout/process1"/>
    <dgm:cxn modelId="{E74ACBC1-63BE-4773-B01B-435C6D6D8C99}" srcId="{BC6E51EE-7A71-4389-9478-C240E995C715}" destId="{0B5567D4-EED8-4BCC-8FA1-F5ADAE9AF62C}" srcOrd="5" destOrd="0" parTransId="{C9274742-E644-4180-80FE-82C5969E3C86}" sibTransId="{EAD09497-6B96-4B84-8154-77D1D7B62541}"/>
    <dgm:cxn modelId="{8DFA12C4-05AE-4409-84D2-4B6D9FBD4E63}" type="presOf" srcId="{6EA4AFA5-9B76-49F0-A010-5F9C5C4946AB}" destId="{3336599C-34B1-47F0-BC16-1C9ADC434257}" srcOrd="0" destOrd="0" presId="urn:microsoft.com/office/officeart/2005/8/layout/process1"/>
    <dgm:cxn modelId="{582E30C5-5E75-4331-92D8-F723708541B1}" type="presOf" srcId="{5AD6D3C3-6C99-47AA-8AC9-53235D23B446}" destId="{875044EE-1D98-457D-9B90-CAD4D5247C33}" srcOrd="0" destOrd="0" presId="urn:microsoft.com/office/officeart/2005/8/layout/process1"/>
    <dgm:cxn modelId="{BA9618CE-0775-4B27-BB29-28281D5CD8EB}" type="presOf" srcId="{EAD09497-6B96-4B84-8154-77D1D7B62541}" destId="{E21E7705-588C-43A7-9B90-E63E1EEBC4A7}" srcOrd="1" destOrd="0" presId="urn:microsoft.com/office/officeart/2005/8/layout/process1"/>
    <dgm:cxn modelId="{636E8ADF-A0F4-42EA-BEFB-B69F90740FF8}" srcId="{BC6E51EE-7A71-4389-9478-C240E995C715}" destId="{7E4C067C-3CFB-4724-9E3E-669388904142}" srcOrd="2" destOrd="0" parTransId="{108846DD-49B1-41DA-AD6E-C371B09FE12C}" sibTransId="{116B3DF8-96C9-413A-86FA-E71CF16A1164}"/>
    <dgm:cxn modelId="{47DD45FE-1934-4E16-8459-5D46C48F933F}" srcId="{BC6E51EE-7A71-4389-9478-C240E995C715}" destId="{6EA4AFA5-9B76-49F0-A010-5F9C5C4946AB}" srcOrd="1" destOrd="0" parTransId="{B681CE4A-EB40-4487-8C8D-25B68EF12795}" sibTransId="{F3FF1F05-4A20-4DEC-97F8-F249EA68A295}"/>
    <dgm:cxn modelId="{8DDEB7FE-8B63-4656-B4EA-CD57211500E1}" type="presOf" srcId="{AFFCA197-8C3C-4DF3-BB36-CD730771E461}" destId="{29C14D82-B449-4FB5-A840-152C20B8E677}" srcOrd="0" destOrd="0" presId="urn:microsoft.com/office/officeart/2005/8/layout/process1"/>
    <dgm:cxn modelId="{75ED98C4-2CA4-4404-997B-48B629A5F1C1}" type="presParOf" srcId="{C1B176A8-9C1C-492E-B782-EB3B14CF9C1B}" destId="{040B658E-D80A-496B-906B-7DC5F1EB45C7}" srcOrd="0" destOrd="0" presId="urn:microsoft.com/office/officeart/2005/8/layout/process1"/>
    <dgm:cxn modelId="{802B9C61-B493-49A5-8C8A-FD0F90437A1C}" type="presParOf" srcId="{C1B176A8-9C1C-492E-B782-EB3B14CF9C1B}" destId="{0379F2C6-113F-43B1-8F88-5545B6590364}" srcOrd="1" destOrd="0" presId="urn:microsoft.com/office/officeart/2005/8/layout/process1"/>
    <dgm:cxn modelId="{D7BDC1CD-FEF9-4AC6-9544-D3B02DE1439A}" type="presParOf" srcId="{0379F2C6-113F-43B1-8F88-5545B6590364}" destId="{2B3F6039-CC02-41B1-B6EB-5E3D2A40F800}" srcOrd="0" destOrd="0" presId="urn:microsoft.com/office/officeart/2005/8/layout/process1"/>
    <dgm:cxn modelId="{5346DD31-593F-48F6-88E5-27702CEB560E}" type="presParOf" srcId="{C1B176A8-9C1C-492E-B782-EB3B14CF9C1B}" destId="{3336599C-34B1-47F0-BC16-1C9ADC434257}" srcOrd="2" destOrd="0" presId="urn:microsoft.com/office/officeart/2005/8/layout/process1"/>
    <dgm:cxn modelId="{34DFC04E-DCE3-424A-8830-37023A513FA2}" type="presParOf" srcId="{C1B176A8-9C1C-492E-B782-EB3B14CF9C1B}" destId="{E6A2047E-5AA4-41D0-8EB0-52E9BD80D454}" srcOrd="3" destOrd="0" presId="urn:microsoft.com/office/officeart/2005/8/layout/process1"/>
    <dgm:cxn modelId="{D29EF265-68C9-4D43-861F-11DC471DC8C3}" type="presParOf" srcId="{E6A2047E-5AA4-41D0-8EB0-52E9BD80D454}" destId="{D2C021B6-A4D3-47AE-8946-67DE4A1C30D9}" srcOrd="0" destOrd="0" presId="urn:microsoft.com/office/officeart/2005/8/layout/process1"/>
    <dgm:cxn modelId="{03C69B5B-EEC5-4E5E-8285-08E3FA6318FE}" type="presParOf" srcId="{C1B176A8-9C1C-492E-B782-EB3B14CF9C1B}" destId="{90631B49-1B6E-4F90-81EE-797AFE5B88C2}" srcOrd="4" destOrd="0" presId="urn:microsoft.com/office/officeart/2005/8/layout/process1"/>
    <dgm:cxn modelId="{180BA725-D568-4404-9916-D337E4F045AA}" type="presParOf" srcId="{C1B176A8-9C1C-492E-B782-EB3B14CF9C1B}" destId="{37029B38-D7D4-48BF-A81D-A9B4437C9F7C}" srcOrd="5" destOrd="0" presId="urn:microsoft.com/office/officeart/2005/8/layout/process1"/>
    <dgm:cxn modelId="{66FEEC0C-0144-4A8E-B77D-28B05228BC92}" type="presParOf" srcId="{37029B38-D7D4-48BF-A81D-A9B4437C9F7C}" destId="{E770C0D1-072B-4F57-9AB5-20AEE8E6D710}" srcOrd="0" destOrd="0" presId="urn:microsoft.com/office/officeart/2005/8/layout/process1"/>
    <dgm:cxn modelId="{81FCB8B5-A29B-4D0B-BD8D-EE89A54ACE60}" type="presParOf" srcId="{C1B176A8-9C1C-492E-B782-EB3B14CF9C1B}" destId="{29C14D82-B449-4FB5-A840-152C20B8E677}" srcOrd="6" destOrd="0" presId="urn:microsoft.com/office/officeart/2005/8/layout/process1"/>
    <dgm:cxn modelId="{88E6C980-90E7-4669-8F7C-EF395F103679}" type="presParOf" srcId="{C1B176A8-9C1C-492E-B782-EB3B14CF9C1B}" destId="{CCAF2D34-BFBB-4238-B6A4-16B092EF0668}" srcOrd="7" destOrd="0" presId="urn:microsoft.com/office/officeart/2005/8/layout/process1"/>
    <dgm:cxn modelId="{A2F7033B-497E-40FA-9DBA-92991F108B23}" type="presParOf" srcId="{CCAF2D34-BFBB-4238-B6A4-16B092EF0668}" destId="{BD642925-488C-4F3D-BDD1-87112E47C888}" srcOrd="0" destOrd="0" presId="urn:microsoft.com/office/officeart/2005/8/layout/process1"/>
    <dgm:cxn modelId="{84E641F0-A714-45EA-A72A-EB3D06ADFCD4}" type="presParOf" srcId="{C1B176A8-9C1C-492E-B782-EB3B14CF9C1B}" destId="{86632E6F-93F1-46FA-A7C5-CEF8E892896A}" srcOrd="8" destOrd="0" presId="urn:microsoft.com/office/officeart/2005/8/layout/process1"/>
    <dgm:cxn modelId="{FA2A75DB-3C09-4581-A5C1-49A1AEAEF4A5}" type="presParOf" srcId="{C1B176A8-9C1C-492E-B782-EB3B14CF9C1B}" destId="{875044EE-1D98-457D-9B90-CAD4D5247C33}" srcOrd="9" destOrd="0" presId="urn:microsoft.com/office/officeart/2005/8/layout/process1"/>
    <dgm:cxn modelId="{14CD90A4-75C0-45AC-817A-95EDA7BF9461}" type="presParOf" srcId="{875044EE-1D98-457D-9B90-CAD4D5247C33}" destId="{29C37463-D37C-4172-A88F-FABE3EDE2DBD}" srcOrd="0" destOrd="0" presId="urn:microsoft.com/office/officeart/2005/8/layout/process1"/>
    <dgm:cxn modelId="{2D129BF6-DCFC-4D96-A35A-C4C689DCE718}" type="presParOf" srcId="{C1B176A8-9C1C-492E-B782-EB3B14CF9C1B}" destId="{85E5EE69-C10D-4FFE-A932-36772242AAEE}" srcOrd="10" destOrd="0" presId="urn:microsoft.com/office/officeart/2005/8/layout/process1"/>
    <dgm:cxn modelId="{CC32409B-CF9F-4EC5-9A79-610D833C7406}" type="presParOf" srcId="{C1B176A8-9C1C-492E-B782-EB3B14CF9C1B}" destId="{94ED1369-0DCE-4860-AFB1-075B2166BA17}" srcOrd="11" destOrd="0" presId="urn:microsoft.com/office/officeart/2005/8/layout/process1"/>
    <dgm:cxn modelId="{B92D0EF2-EB5C-4B17-92B2-41A7A01DA9D2}" type="presParOf" srcId="{94ED1369-0DCE-4860-AFB1-075B2166BA17}" destId="{E21E7705-588C-43A7-9B90-E63E1EEBC4A7}" srcOrd="0" destOrd="0" presId="urn:microsoft.com/office/officeart/2005/8/layout/process1"/>
    <dgm:cxn modelId="{4789CF4D-7950-448D-841B-E558453085EA}" type="presParOf" srcId="{C1B176A8-9C1C-492E-B782-EB3B14CF9C1B}" destId="{92D7A0E3-8D48-4F61-878C-BC018691E07D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6E51EE-7A71-4389-9478-C240E995C71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6CF131-706B-4433-9DDB-A86CA13A5456}">
      <dgm:prSet phldrT="[Text]" custT="1"/>
      <dgm:spPr/>
      <dgm:t>
        <a:bodyPr/>
        <a:lstStyle/>
        <a:p>
          <a:r>
            <a:rPr lang="en-US" sz="1400">
              <a:solidFill>
                <a:schemeClr val="tx1"/>
              </a:solidFill>
            </a:rPr>
            <a:t>HCP visits form via email, </a:t>
          </a:r>
          <a:r>
            <a:rPr lang="en-US" sz="1400" err="1">
              <a:solidFill>
                <a:schemeClr val="tx1"/>
              </a:solidFill>
            </a:rPr>
            <a:t>sms</a:t>
          </a:r>
          <a:r>
            <a:rPr lang="en-US" sz="1400">
              <a:solidFill>
                <a:schemeClr val="tx1"/>
              </a:solidFill>
            </a:rPr>
            <a:t>, media etc.</a:t>
          </a:r>
        </a:p>
      </dgm:t>
    </dgm:pt>
    <dgm:pt modelId="{FC8A000C-EFCF-4EC1-AD13-6B8B9FF90C5F}" type="parTrans" cxnId="{2839DB3D-6A7F-4291-B628-27F487827A9B}">
      <dgm:prSet/>
      <dgm:spPr/>
      <dgm:t>
        <a:bodyPr/>
        <a:lstStyle/>
        <a:p>
          <a:endParaRPr lang="en-US"/>
        </a:p>
      </dgm:t>
    </dgm:pt>
    <dgm:pt modelId="{B3E809B6-A7C8-4EEF-A2C7-AC22ECEE6B05}" type="sibTrans" cxnId="{2839DB3D-6A7F-4291-B628-27F487827A9B}">
      <dgm:prSet/>
      <dgm:spPr/>
      <dgm:t>
        <a:bodyPr/>
        <a:lstStyle/>
        <a:p>
          <a:endParaRPr lang="en-US"/>
        </a:p>
      </dgm:t>
    </dgm:pt>
    <dgm:pt modelId="{7E4C067C-3CFB-4724-9E3E-669388904142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Prefilled Web Form. HCP submits &amp; agrees </a:t>
          </a:r>
          <a:r>
            <a:rPr lang="en-US" sz="1600" err="1">
              <a:solidFill>
                <a:schemeClr val="tx1"/>
              </a:solidFill>
            </a:rPr>
            <a:t>TsCs</a:t>
          </a:r>
          <a:endParaRPr lang="en-US" sz="1600">
            <a:solidFill>
              <a:schemeClr val="tx1"/>
            </a:solidFill>
          </a:endParaRPr>
        </a:p>
      </dgm:t>
    </dgm:pt>
    <dgm:pt modelId="{108846DD-49B1-41DA-AD6E-C371B09FE12C}" type="parTrans" cxnId="{636E8ADF-A0F4-42EA-BEFB-B69F90740FF8}">
      <dgm:prSet/>
      <dgm:spPr/>
      <dgm:t>
        <a:bodyPr/>
        <a:lstStyle/>
        <a:p>
          <a:endParaRPr lang="en-US"/>
        </a:p>
      </dgm:t>
    </dgm:pt>
    <dgm:pt modelId="{116B3DF8-96C9-413A-86FA-E71CF16A1164}" type="sibTrans" cxnId="{636E8ADF-A0F4-42EA-BEFB-B69F90740FF8}">
      <dgm:prSet/>
      <dgm:spPr/>
      <dgm:t>
        <a:bodyPr/>
        <a:lstStyle/>
        <a:p>
          <a:endParaRPr lang="en-US"/>
        </a:p>
      </dgm:t>
    </dgm:pt>
    <dgm:pt modelId="{AFFCA197-8C3C-4DF3-BB36-CD730771E461}">
      <dgm:prSet phldrT="[Text]"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HCP receives Thank You Email</a:t>
          </a:r>
        </a:p>
      </dgm:t>
    </dgm:pt>
    <dgm:pt modelId="{3D63E6FC-E8E3-4A5A-B785-447FE0900469}" type="parTrans" cxnId="{AC2BE88D-5D9D-4F86-9A23-025176F7BD3E}">
      <dgm:prSet/>
      <dgm:spPr/>
      <dgm:t>
        <a:bodyPr/>
        <a:lstStyle/>
        <a:p>
          <a:endParaRPr lang="en-US"/>
        </a:p>
      </dgm:t>
    </dgm:pt>
    <dgm:pt modelId="{1FC9630F-CD00-4B35-9BE6-58C6684AC5A5}" type="sibTrans" cxnId="{AC2BE88D-5D9D-4F86-9A23-025176F7BD3E}">
      <dgm:prSet/>
      <dgm:spPr/>
      <dgm:t>
        <a:bodyPr/>
        <a:lstStyle/>
        <a:p>
          <a:endParaRPr lang="en-US"/>
        </a:p>
      </dgm:t>
    </dgm:pt>
    <dgm:pt modelId="{0B5567D4-EED8-4BCC-8FA1-F5ADAE9AF62C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HCP Signs for Samples via ???</a:t>
          </a:r>
        </a:p>
      </dgm:t>
    </dgm:pt>
    <dgm:pt modelId="{C9274742-E644-4180-80FE-82C5969E3C86}" type="parTrans" cxnId="{E74ACBC1-63BE-4773-B01B-435C6D6D8C99}">
      <dgm:prSet/>
      <dgm:spPr/>
      <dgm:t>
        <a:bodyPr/>
        <a:lstStyle/>
        <a:p>
          <a:endParaRPr lang="en-US"/>
        </a:p>
      </dgm:t>
    </dgm:pt>
    <dgm:pt modelId="{EAD09497-6B96-4B84-8154-77D1D7B62541}" type="sibTrans" cxnId="{E74ACBC1-63BE-4773-B01B-435C6D6D8C99}">
      <dgm:prSet/>
      <dgm:spPr/>
      <dgm:t>
        <a:bodyPr/>
        <a:lstStyle/>
        <a:p>
          <a:endParaRPr lang="en-US"/>
        </a:p>
      </dgm:t>
    </dgm:pt>
    <dgm:pt modelId="{8481D4E3-3F7B-4140-ABA8-6C0376EBC75D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HCPs receive samples on XXX Cadence</a:t>
          </a:r>
        </a:p>
      </dgm:t>
    </dgm:pt>
    <dgm:pt modelId="{58DA1562-5C87-45A0-A467-94AAA547152D}" type="parTrans" cxnId="{C09A601B-02E7-47FD-AAA4-2EAF4B72DB72}">
      <dgm:prSet/>
      <dgm:spPr/>
      <dgm:t>
        <a:bodyPr/>
        <a:lstStyle/>
        <a:p>
          <a:endParaRPr lang="en-US"/>
        </a:p>
      </dgm:t>
    </dgm:pt>
    <dgm:pt modelId="{94D4CFE4-624D-484E-AB93-1E90837192AC}" type="sibTrans" cxnId="{C09A601B-02E7-47FD-AAA4-2EAF4B72DB72}">
      <dgm:prSet/>
      <dgm:spPr/>
      <dgm:t>
        <a:bodyPr/>
        <a:lstStyle/>
        <a:p>
          <a:endParaRPr lang="en-US"/>
        </a:p>
      </dgm:t>
    </dgm:pt>
    <dgm:pt modelId="{61EBC349-FAF8-4D5A-ACC2-DA666B81D3FA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</a:rPr>
            <a:t>HCP receives samples</a:t>
          </a:r>
        </a:p>
      </dgm:t>
    </dgm:pt>
    <dgm:pt modelId="{584FF2D7-1BA7-41E8-BE8F-8C3937284F92}" type="parTrans" cxnId="{9BB9A96D-6293-406B-BFAD-BB1A2D61F0C4}">
      <dgm:prSet/>
      <dgm:spPr/>
      <dgm:t>
        <a:bodyPr/>
        <a:lstStyle/>
        <a:p>
          <a:endParaRPr lang="en-US"/>
        </a:p>
      </dgm:t>
    </dgm:pt>
    <dgm:pt modelId="{5AD6D3C3-6C99-47AA-8AC9-53235D23B446}" type="sibTrans" cxnId="{9BB9A96D-6293-406B-BFAD-BB1A2D61F0C4}">
      <dgm:prSet/>
      <dgm:spPr/>
      <dgm:t>
        <a:bodyPr/>
        <a:lstStyle/>
        <a:p>
          <a:endParaRPr lang="en-US"/>
        </a:p>
      </dgm:t>
    </dgm:pt>
    <dgm:pt modelId="{6EA4AFA5-9B76-49F0-A010-5F9C5C4946AB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HCP Inputs their NPI</a:t>
          </a:r>
        </a:p>
      </dgm:t>
    </dgm:pt>
    <dgm:pt modelId="{B681CE4A-EB40-4487-8C8D-25B68EF12795}" type="parTrans" cxnId="{47DD45FE-1934-4E16-8459-5D46C48F933F}">
      <dgm:prSet/>
      <dgm:spPr/>
      <dgm:t>
        <a:bodyPr/>
        <a:lstStyle/>
        <a:p>
          <a:endParaRPr lang="en-US"/>
        </a:p>
      </dgm:t>
    </dgm:pt>
    <dgm:pt modelId="{F3FF1F05-4A20-4DEC-97F8-F249EA68A295}" type="sibTrans" cxnId="{47DD45FE-1934-4E16-8459-5D46C48F933F}">
      <dgm:prSet/>
      <dgm:spPr/>
      <dgm:t>
        <a:bodyPr/>
        <a:lstStyle/>
        <a:p>
          <a:endParaRPr lang="en-US"/>
        </a:p>
      </dgm:t>
    </dgm:pt>
    <dgm:pt modelId="{C1B176A8-9C1C-492E-B782-EB3B14CF9C1B}" type="pres">
      <dgm:prSet presAssocID="{BC6E51EE-7A71-4389-9478-C240E995C715}" presName="Name0" presStyleCnt="0">
        <dgm:presLayoutVars>
          <dgm:dir/>
          <dgm:resizeHandles val="exact"/>
        </dgm:presLayoutVars>
      </dgm:prSet>
      <dgm:spPr/>
    </dgm:pt>
    <dgm:pt modelId="{040B658E-D80A-496B-906B-7DC5F1EB45C7}" type="pres">
      <dgm:prSet presAssocID="{056CF131-706B-4433-9DDB-A86CA13A5456}" presName="node" presStyleLbl="node1" presStyleIdx="0" presStyleCnt="7">
        <dgm:presLayoutVars>
          <dgm:bulletEnabled val="1"/>
        </dgm:presLayoutVars>
      </dgm:prSet>
      <dgm:spPr/>
    </dgm:pt>
    <dgm:pt modelId="{0379F2C6-113F-43B1-8F88-5545B6590364}" type="pres">
      <dgm:prSet presAssocID="{B3E809B6-A7C8-4EEF-A2C7-AC22ECEE6B05}" presName="sibTrans" presStyleLbl="sibTrans2D1" presStyleIdx="0" presStyleCnt="6"/>
      <dgm:spPr/>
    </dgm:pt>
    <dgm:pt modelId="{2B3F6039-CC02-41B1-B6EB-5E3D2A40F800}" type="pres">
      <dgm:prSet presAssocID="{B3E809B6-A7C8-4EEF-A2C7-AC22ECEE6B05}" presName="connectorText" presStyleLbl="sibTrans2D1" presStyleIdx="0" presStyleCnt="6"/>
      <dgm:spPr/>
    </dgm:pt>
    <dgm:pt modelId="{3336599C-34B1-47F0-BC16-1C9ADC434257}" type="pres">
      <dgm:prSet presAssocID="{6EA4AFA5-9B76-49F0-A010-5F9C5C4946AB}" presName="node" presStyleLbl="node1" presStyleIdx="1" presStyleCnt="7">
        <dgm:presLayoutVars>
          <dgm:bulletEnabled val="1"/>
        </dgm:presLayoutVars>
      </dgm:prSet>
      <dgm:spPr/>
    </dgm:pt>
    <dgm:pt modelId="{E6A2047E-5AA4-41D0-8EB0-52E9BD80D454}" type="pres">
      <dgm:prSet presAssocID="{F3FF1F05-4A20-4DEC-97F8-F249EA68A295}" presName="sibTrans" presStyleLbl="sibTrans2D1" presStyleIdx="1" presStyleCnt="6"/>
      <dgm:spPr/>
    </dgm:pt>
    <dgm:pt modelId="{D2C021B6-A4D3-47AE-8946-67DE4A1C30D9}" type="pres">
      <dgm:prSet presAssocID="{F3FF1F05-4A20-4DEC-97F8-F249EA68A295}" presName="connectorText" presStyleLbl="sibTrans2D1" presStyleIdx="1" presStyleCnt="6"/>
      <dgm:spPr/>
    </dgm:pt>
    <dgm:pt modelId="{90631B49-1B6E-4F90-81EE-797AFE5B88C2}" type="pres">
      <dgm:prSet presAssocID="{7E4C067C-3CFB-4724-9E3E-669388904142}" presName="node" presStyleLbl="node1" presStyleIdx="2" presStyleCnt="7">
        <dgm:presLayoutVars>
          <dgm:bulletEnabled val="1"/>
        </dgm:presLayoutVars>
      </dgm:prSet>
      <dgm:spPr/>
    </dgm:pt>
    <dgm:pt modelId="{37029B38-D7D4-48BF-A81D-A9B4437C9F7C}" type="pres">
      <dgm:prSet presAssocID="{116B3DF8-96C9-413A-86FA-E71CF16A1164}" presName="sibTrans" presStyleLbl="sibTrans2D1" presStyleIdx="2" presStyleCnt="6"/>
      <dgm:spPr/>
    </dgm:pt>
    <dgm:pt modelId="{E770C0D1-072B-4F57-9AB5-20AEE8E6D710}" type="pres">
      <dgm:prSet presAssocID="{116B3DF8-96C9-413A-86FA-E71CF16A1164}" presName="connectorText" presStyleLbl="sibTrans2D1" presStyleIdx="2" presStyleCnt="6"/>
      <dgm:spPr/>
    </dgm:pt>
    <dgm:pt modelId="{29C14D82-B449-4FB5-A840-152C20B8E677}" type="pres">
      <dgm:prSet presAssocID="{AFFCA197-8C3C-4DF3-BB36-CD730771E461}" presName="node" presStyleLbl="node1" presStyleIdx="3" presStyleCnt="7">
        <dgm:presLayoutVars>
          <dgm:bulletEnabled val="1"/>
        </dgm:presLayoutVars>
      </dgm:prSet>
      <dgm:spPr/>
    </dgm:pt>
    <dgm:pt modelId="{CCAF2D34-BFBB-4238-B6A4-16B092EF0668}" type="pres">
      <dgm:prSet presAssocID="{1FC9630F-CD00-4B35-9BE6-58C6684AC5A5}" presName="sibTrans" presStyleLbl="sibTrans2D1" presStyleIdx="3" presStyleCnt="6"/>
      <dgm:spPr/>
    </dgm:pt>
    <dgm:pt modelId="{BD642925-488C-4F3D-BDD1-87112E47C888}" type="pres">
      <dgm:prSet presAssocID="{1FC9630F-CD00-4B35-9BE6-58C6684AC5A5}" presName="connectorText" presStyleLbl="sibTrans2D1" presStyleIdx="3" presStyleCnt="6"/>
      <dgm:spPr/>
    </dgm:pt>
    <dgm:pt modelId="{86632E6F-93F1-46FA-A7C5-CEF8E892896A}" type="pres">
      <dgm:prSet presAssocID="{61EBC349-FAF8-4D5A-ACC2-DA666B81D3FA}" presName="node" presStyleLbl="node1" presStyleIdx="4" presStyleCnt="7">
        <dgm:presLayoutVars>
          <dgm:bulletEnabled val="1"/>
        </dgm:presLayoutVars>
      </dgm:prSet>
      <dgm:spPr/>
    </dgm:pt>
    <dgm:pt modelId="{875044EE-1D98-457D-9B90-CAD4D5247C33}" type="pres">
      <dgm:prSet presAssocID="{5AD6D3C3-6C99-47AA-8AC9-53235D23B446}" presName="sibTrans" presStyleLbl="sibTrans2D1" presStyleIdx="4" presStyleCnt="6"/>
      <dgm:spPr/>
    </dgm:pt>
    <dgm:pt modelId="{29C37463-D37C-4172-A88F-FABE3EDE2DBD}" type="pres">
      <dgm:prSet presAssocID="{5AD6D3C3-6C99-47AA-8AC9-53235D23B446}" presName="connectorText" presStyleLbl="sibTrans2D1" presStyleIdx="4" presStyleCnt="6"/>
      <dgm:spPr/>
    </dgm:pt>
    <dgm:pt modelId="{85E5EE69-C10D-4FFE-A932-36772242AAEE}" type="pres">
      <dgm:prSet presAssocID="{0B5567D4-EED8-4BCC-8FA1-F5ADAE9AF62C}" presName="node" presStyleLbl="node1" presStyleIdx="5" presStyleCnt="7">
        <dgm:presLayoutVars>
          <dgm:bulletEnabled val="1"/>
        </dgm:presLayoutVars>
      </dgm:prSet>
      <dgm:spPr/>
    </dgm:pt>
    <dgm:pt modelId="{94ED1369-0DCE-4860-AFB1-075B2166BA17}" type="pres">
      <dgm:prSet presAssocID="{EAD09497-6B96-4B84-8154-77D1D7B62541}" presName="sibTrans" presStyleLbl="sibTrans2D1" presStyleIdx="5" presStyleCnt="6"/>
      <dgm:spPr/>
    </dgm:pt>
    <dgm:pt modelId="{E21E7705-588C-43A7-9B90-E63E1EEBC4A7}" type="pres">
      <dgm:prSet presAssocID="{EAD09497-6B96-4B84-8154-77D1D7B62541}" presName="connectorText" presStyleLbl="sibTrans2D1" presStyleIdx="5" presStyleCnt="6"/>
      <dgm:spPr/>
    </dgm:pt>
    <dgm:pt modelId="{92D7A0E3-8D48-4F61-878C-BC018691E07D}" type="pres">
      <dgm:prSet presAssocID="{8481D4E3-3F7B-4140-ABA8-6C0376EBC75D}" presName="node" presStyleLbl="node1" presStyleIdx="6" presStyleCnt="7">
        <dgm:presLayoutVars>
          <dgm:bulletEnabled val="1"/>
        </dgm:presLayoutVars>
      </dgm:prSet>
      <dgm:spPr/>
    </dgm:pt>
  </dgm:ptLst>
  <dgm:cxnLst>
    <dgm:cxn modelId="{63DBC60B-3D80-4FA8-9E58-B0B4F5504CF6}" type="presOf" srcId="{F3FF1F05-4A20-4DEC-97F8-F249EA68A295}" destId="{D2C021B6-A4D3-47AE-8946-67DE4A1C30D9}" srcOrd="1" destOrd="0" presId="urn:microsoft.com/office/officeart/2005/8/layout/process1"/>
    <dgm:cxn modelId="{9995CD16-D245-4B0F-A18A-F6519D37DE07}" type="presOf" srcId="{B3E809B6-A7C8-4EEF-A2C7-AC22ECEE6B05}" destId="{2B3F6039-CC02-41B1-B6EB-5E3D2A40F800}" srcOrd="1" destOrd="0" presId="urn:microsoft.com/office/officeart/2005/8/layout/process1"/>
    <dgm:cxn modelId="{C09A601B-02E7-47FD-AAA4-2EAF4B72DB72}" srcId="{BC6E51EE-7A71-4389-9478-C240E995C715}" destId="{8481D4E3-3F7B-4140-ABA8-6C0376EBC75D}" srcOrd="6" destOrd="0" parTransId="{58DA1562-5C87-45A0-A467-94AAA547152D}" sibTransId="{94D4CFE4-624D-484E-AB93-1E90837192AC}"/>
    <dgm:cxn modelId="{03806C29-FE2D-4286-B7F7-C8CC7B0AF85F}" type="presOf" srcId="{1FC9630F-CD00-4B35-9BE6-58C6684AC5A5}" destId="{CCAF2D34-BFBB-4238-B6A4-16B092EF0668}" srcOrd="0" destOrd="0" presId="urn:microsoft.com/office/officeart/2005/8/layout/process1"/>
    <dgm:cxn modelId="{DD73942C-42C8-4AD3-8CE8-9F4739E862EF}" type="presOf" srcId="{5AD6D3C3-6C99-47AA-8AC9-53235D23B446}" destId="{29C37463-D37C-4172-A88F-FABE3EDE2DBD}" srcOrd="1" destOrd="0" presId="urn:microsoft.com/office/officeart/2005/8/layout/process1"/>
    <dgm:cxn modelId="{C930852D-2399-4496-B5E0-09CAB5B19A03}" type="presOf" srcId="{1FC9630F-CD00-4B35-9BE6-58C6684AC5A5}" destId="{BD642925-488C-4F3D-BDD1-87112E47C888}" srcOrd="1" destOrd="0" presId="urn:microsoft.com/office/officeart/2005/8/layout/process1"/>
    <dgm:cxn modelId="{2839DB3D-6A7F-4291-B628-27F487827A9B}" srcId="{BC6E51EE-7A71-4389-9478-C240E995C715}" destId="{056CF131-706B-4433-9DDB-A86CA13A5456}" srcOrd="0" destOrd="0" parTransId="{FC8A000C-EFCF-4EC1-AD13-6B8B9FF90C5F}" sibTransId="{B3E809B6-A7C8-4EEF-A2C7-AC22ECEE6B05}"/>
    <dgm:cxn modelId="{C63EB53E-9D9C-4A01-86DC-6E1A06497EDA}" type="presOf" srcId="{7E4C067C-3CFB-4724-9E3E-669388904142}" destId="{90631B49-1B6E-4F90-81EE-797AFE5B88C2}" srcOrd="0" destOrd="0" presId="urn:microsoft.com/office/officeart/2005/8/layout/process1"/>
    <dgm:cxn modelId="{3E120162-C684-4C4A-982F-ACA78D1D1738}" type="presOf" srcId="{F3FF1F05-4A20-4DEC-97F8-F249EA68A295}" destId="{E6A2047E-5AA4-41D0-8EB0-52E9BD80D454}" srcOrd="0" destOrd="0" presId="urn:microsoft.com/office/officeart/2005/8/layout/process1"/>
    <dgm:cxn modelId="{DD111566-977F-4147-9240-340FAD2B737A}" type="presOf" srcId="{116B3DF8-96C9-413A-86FA-E71CF16A1164}" destId="{37029B38-D7D4-48BF-A81D-A9B4437C9F7C}" srcOrd="0" destOrd="0" presId="urn:microsoft.com/office/officeart/2005/8/layout/process1"/>
    <dgm:cxn modelId="{F1AD914C-E60D-45E0-9CA5-33588C47A288}" type="presOf" srcId="{8481D4E3-3F7B-4140-ABA8-6C0376EBC75D}" destId="{92D7A0E3-8D48-4F61-878C-BC018691E07D}" srcOrd="0" destOrd="0" presId="urn:microsoft.com/office/officeart/2005/8/layout/process1"/>
    <dgm:cxn modelId="{9BB9A96D-6293-406B-BFAD-BB1A2D61F0C4}" srcId="{BC6E51EE-7A71-4389-9478-C240E995C715}" destId="{61EBC349-FAF8-4D5A-ACC2-DA666B81D3FA}" srcOrd="4" destOrd="0" parTransId="{584FF2D7-1BA7-41E8-BE8F-8C3937284F92}" sibTransId="{5AD6D3C3-6C99-47AA-8AC9-53235D23B446}"/>
    <dgm:cxn modelId="{D86FD66D-31CD-438B-8998-BB28A7E6978A}" type="presOf" srcId="{EAD09497-6B96-4B84-8154-77D1D7B62541}" destId="{94ED1369-0DCE-4860-AFB1-075B2166BA17}" srcOrd="0" destOrd="0" presId="urn:microsoft.com/office/officeart/2005/8/layout/process1"/>
    <dgm:cxn modelId="{0B40F776-9131-49D1-AD1A-4AEF64105BF7}" type="presOf" srcId="{056CF131-706B-4433-9DDB-A86CA13A5456}" destId="{040B658E-D80A-496B-906B-7DC5F1EB45C7}" srcOrd="0" destOrd="0" presId="urn:microsoft.com/office/officeart/2005/8/layout/process1"/>
    <dgm:cxn modelId="{764D3F82-2980-4164-8AAF-BBFC26418AE4}" type="presOf" srcId="{BC6E51EE-7A71-4389-9478-C240E995C715}" destId="{C1B176A8-9C1C-492E-B782-EB3B14CF9C1B}" srcOrd="0" destOrd="0" presId="urn:microsoft.com/office/officeart/2005/8/layout/process1"/>
    <dgm:cxn modelId="{C3B43A84-9522-4769-9111-769647274F68}" type="presOf" srcId="{116B3DF8-96C9-413A-86FA-E71CF16A1164}" destId="{E770C0D1-072B-4F57-9AB5-20AEE8E6D710}" srcOrd="1" destOrd="0" presId="urn:microsoft.com/office/officeart/2005/8/layout/process1"/>
    <dgm:cxn modelId="{AC2BE88D-5D9D-4F86-9A23-025176F7BD3E}" srcId="{BC6E51EE-7A71-4389-9478-C240E995C715}" destId="{AFFCA197-8C3C-4DF3-BB36-CD730771E461}" srcOrd="3" destOrd="0" parTransId="{3D63E6FC-E8E3-4A5A-B785-447FE0900469}" sibTransId="{1FC9630F-CD00-4B35-9BE6-58C6684AC5A5}"/>
    <dgm:cxn modelId="{AA0BFA9E-FC60-4CB8-AC56-05F9A11B6362}" type="presOf" srcId="{61EBC349-FAF8-4D5A-ACC2-DA666B81D3FA}" destId="{86632E6F-93F1-46FA-A7C5-CEF8E892896A}" srcOrd="0" destOrd="0" presId="urn:microsoft.com/office/officeart/2005/8/layout/process1"/>
    <dgm:cxn modelId="{CB50ACB4-301D-4F4A-AF8C-21E3BF64F700}" type="presOf" srcId="{0B5567D4-EED8-4BCC-8FA1-F5ADAE9AF62C}" destId="{85E5EE69-C10D-4FFE-A932-36772242AAEE}" srcOrd="0" destOrd="0" presId="urn:microsoft.com/office/officeart/2005/8/layout/process1"/>
    <dgm:cxn modelId="{B9FD84BD-771C-48D3-A32D-7E8DF7CC20E8}" type="presOf" srcId="{B3E809B6-A7C8-4EEF-A2C7-AC22ECEE6B05}" destId="{0379F2C6-113F-43B1-8F88-5545B6590364}" srcOrd="0" destOrd="0" presId="urn:microsoft.com/office/officeart/2005/8/layout/process1"/>
    <dgm:cxn modelId="{E74ACBC1-63BE-4773-B01B-435C6D6D8C99}" srcId="{BC6E51EE-7A71-4389-9478-C240E995C715}" destId="{0B5567D4-EED8-4BCC-8FA1-F5ADAE9AF62C}" srcOrd="5" destOrd="0" parTransId="{C9274742-E644-4180-80FE-82C5969E3C86}" sibTransId="{EAD09497-6B96-4B84-8154-77D1D7B62541}"/>
    <dgm:cxn modelId="{8DFA12C4-05AE-4409-84D2-4B6D9FBD4E63}" type="presOf" srcId="{6EA4AFA5-9B76-49F0-A010-5F9C5C4946AB}" destId="{3336599C-34B1-47F0-BC16-1C9ADC434257}" srcOrd="0" destOrd="0" presId="urn:microsoft.com/office/officeart/2005/8/layout/process1"/>
    <dgm:cxn modelId="{582E30C5-5E75-4331-92D8-F723708541B1}" type="presOf" srcId="{5AD6D3C3-6C99-47AA-8AC9-53235D23B446}" destId="{875044EE-1D98-457D-9B90-CAD4D5247C33}" srcOrd="0" destOrd="0" presId="urn:microsoft.com/office/officeart/2005/8/layout/process1"/>
    <dgm:cxn modelId="{BA9618CE-0775-4B27-BB29-28281D5CD8EB}" type="presOf" srcId="{EAD09497-6B96-4B84-8154-77D1D7B62541}" destId="{E21E7705-588C-43A7-9B90-E63E1EEBC4A7}" srcOrd="1" destOrd="0" presId="urn:microsoft.com/office/officeart/2005/8/layout/process1"/>
    <dgm:cxn modelId="{636E8ADF-A0F4-42EA-BEFB-B69F90740FF8}" srcId="{BC6E51EE-7A71-4389-9478-C240E995C715}" destId="{7E4C067C-3CFB-4724-9E3E-669388904142}" srcOrd="2" destOrd="0" parTransId="{108846DD-49B1-41DA-AD6E-C371B09FE12C}" sibTransId="{116B3DF8-96C9-413A-86FA-E71CF16A1164}"/>
    <dgm:cxn modelId="{47DD45FE-1934-4E16-8459-5D46C48F933F}" srcId="{BC6E51EE-7A71-4389-9478-C240E995C715}" destId="{6EA4AFA5-9B76-49F0-A010-5F9C5C4946AB}" srcOrd="1" destOrd="0" parTransId="{B681CE4A-EB40-4487-8C8D-25B68EF12795}" sibTransId="{F3FF1F05-4A20-4DEC-97F8-F249EA68A295}"/>
    <dgm:cxn modelId="{8DDEB7FE-8B63-4656-B4EA-CD57211500E1}" type="presOf" srcId="{AFFCA197-8C3C-4DF3-BB36-CD730771E461}" destId="{29C14D82-B449-4FB5-A840-152C20B8E677}" srcOrd="0" destOrd="0" presId="urn:microsoft.com/office/officeart/2005/8/layout/process1"/>
    <dgm:cxn modelId="{75ED98C4-2CA4-4404-997B-48B629A5F1C1}" type="presParOf" srcId="{C1B176A8-9C1C-492E-B782-EB3B14CF9C1B}" destId="{040B658E-D80A-496B-906B-7DC5F1EB45C7}" srcOrd="0" destOrd="0" presId="urn:microsoft.com/office/officeart/2005/8/layout/process1"/>
    <dgm:cxn modelId="{802B9C61-B493-49A5-8C8A-FD0F90437A1C}" type="presParOf" srcId="{C1B176A8-9C1C-492E-B782-EB3B14CF9C1B}" destId="{0379F2C6-113F-43B1-8F88-5545B6590364}" srcOrd="1" destOrd="0" presId="urn:microsoft.com/office/officeart/2005/8/layout/process1"/>
    <dgm:cxn modelId="{D7BDC1CD-FEF9-4AC6-9544-D3B02DE1439A}" type="presParOf" srcId="{0379F2C6-113F-43B1-8F88-5545B6590364}" destId="{2B3F6039-CC02-41B1-B6EB-5E3D2A40F800}" srcOrd="0" destOrd="0" presId="urn:microsoft.com/office/officeart/2005/8/layout/process1"/>
    <dgm:cxn modelId="{5346DD31-593F-48F6-88E5-27702CEB560E}" type="presParOf" srcId="{C1B176A8-9C1C-492E-B782-EB3B14CF9C1B}" destId="{3336599C-34B1-47F0-BC16-1C9ADC434257}" srcOrd="2" destOrd="0" presId="urn:microsoft.com/office/officeart/2005/8/layout/process1"/>
    <dgm:cxn modelId="{34DFC04E-DCE3-424A-8830-37023A513FA2}" type="presParOf" srcId="{C1B176A8-9C1C-492E-B782-EB3B14CF9C1B}" destId="{E6A2047E-5AA4-41D0-8EB0-52E9BD80D454}" srcOrd="3" destOrd="0" presId="urn:microsoft.com/office/officeart/2005/8/layout/process1"/>
    <dgm:cxn modelId="{D29EF265-68C9-4D43-861F-11DC471DC8C3}" type="presParOf" srcId="{E6A2047E-5AA4-41D0-8EB0-52E9BD80D454}" destId="{D2C021B6-A4D3-47AE-8946-67DE4A1C30D9}" srcOrd="0" destOrd="0" presId="urn:microsoft.com/office/officeart/2005/8/layout/process1"/>
    <dgm:cxn modelId="{03C69B5B-EEC5-4E5E-8285-08E3FA6318FE}" type="presParOf" srcId="{C1B176A8-9C1C-492E-B782-EB3B14CF9C1B}" destId="{90631B49-1B6E-4F90-81EE-797AFE5B88C2}" srcOrd="4" destOrd="0" presId="urn:microsoft.com/office/officeart/2005/8/layout/process1"/>
    <dgm:cxn modelId="{180BA725-D568-4404-9916-D337E4F045AA}" type="presParOf" srcId="{C1B176A8-9C1C-492E-B782-EB3B14CF9C1B}" destId="{37029B38-D7D4-48BF-A81D-A9B4437C9F7C}" srcOrd="5" destOrd="0" presId="urn:microsoft.com/office/officeart/2005/8/layout/process1"/>
    <dgm:cxn modelId="{66FEEC0C-0144-4A8E-B77D-28B05228BC92}" type="presParOf" srcId="{37029B38-D7D4-48BF-A81D-A9B4437C9F7C}" destId="{E770C0D1-072B-4F57-9AB5-20AEE8E6D710}" srcOrd="0" destOrd="0" presId="urn:microsoft.com/office/officeart/2005/8/layout/process1"/>
    <dgm:cxn modelId="{81FCB8B5-A29B-4D0B-BD8D-EE89A54ACE60}" type="presParOf" srcId="{C1B176A8-9C1C-492E-B782-EB3B14CF9C1B}" destId="{29C14D82-B449-4FB5-A840-152C20B8E677}" srcOrd="6" destOrd="0" presId="urn:microsoft.com/office/officeart/2005/8/layout/process1"/>
    <dgm:cxn modelId="{88E6C980-90E7-4669-8F7C-EF395F103679}" type="presParOf" srcId="{C1B176A8-9C1C-492E-B782-EB3B14CF9C1B}" destId="{CCAF2D34-BFBB-4238-B6A4-16B092EF0668}" srcOrd="7" destOrd="0" presId="urn:microsoft.com/office/officeart/2005/8/layout/process1"/>
    <dgm:cxn modelId="{A2F7033B-497E-40FA-9DBA-92991F108B23}" type="presParOf" srcId="{CCAF2D34-BFBB-4238-B6A4-16B092EF0668}" destId="{BD642925-488C-4F3D-BDD1-87112E47C888}" srcOrd="0" destOrd="0" presId="urn:microsoft.com/office/officeart/2005/8/layout/process1"/>
    <dgm:cxn modelId="{84E641F0-A714-45EA-A72A-EB3D06ADFCD4}" type="presParOf" srcId="{C1B176A8-9C1C-492E-B782-EB3B14CF9C1B}" destId="{86632E6F-93F1-46FA-A7C5-CEF8E892896A}" srcOrd="8" destOrd="0" presId="urn:microsoft.com/office/officeart/2005/8/layout/process1"/>
    <dgm:cxn modelId="{FA2A75DB-3C09-4581-A5C1-49A1AEAEF4A5}" type="presParOf" srcId="{C1B176A8-9C1C-492E-B782-EB3B14CF9C1B}" destId="{875044EE-1D98-457D-9B90-CAD4D5247C33}" srcOrd="9" destOrd="0" presId="urn:microsoft.com/office/officeart/2005/8/layout/process1"/>
    <dgm:cxn modelId="{14CD90A4-75C0-45AC-817A-95EDA7BF9461}" type="presParOf" srcId="{875044EE-1D98-457D-9B90-CAD4D5247C33}" destId="{29C37463-D37C-4172-A88F-FABE3EDE2DBD}" srcOrd="0" destOrd="0" presId="urn:microsoft.com/office/officeart/2005/8/layout/process1"/>
    <dgm:cxn modelId="{2D129BF6-DCFC-4D96-A35A-C4C689DCE718}" type="presParOf" srcId="{C1B176A8-9C1C-492E-B782-EB3B14CF9C1B}" destId="{85E5EE69-C10D-4FFE-A932-36772242AAEE}" srcOrd="10" destOrd="0" presId="urn:microsoft.com/office/officeart/2005/8/layout/process1"/>
    <dgm:cxn modelId="{CC32409B-CF9F-4EC5-9A79-610D833C7406}" type="presParOf" srcId="{C1B176A8-9C1C-492E-B782-EB3B14CF9C1B}" destId="{94ED1369-0DCE-4860-AFB1-075B2166BA17}" srcOrd="11" destOrd="0" presId="urn:microsoft.com/office/officeart/2005/8/layout/process1"/>
    <dgm:cxn modelId="{B92D0EF2-EB5C-4B17-92B2-41A7A01DA9D2}" type="presParOf" srcId="{94ED1369-0DCE-4860-AFB1-075B2166BA17}" destId="{E21E7705-588C-43A7-9B90-E63E1EEBC4A7}" srcOrd="0" destOrd="0" presId="urn:microsoft.com/office/officeart/2005/8/layout/process1"/>
    <dgm:cxn modelId="{4789CF4D-7950-448D-841B-E558453085EA}" type="presParOf" srcId="{C1B176A8-9C1C-492E-B782-EB3B14CF9C1B}" destId="{92D7A0E3-8D48-4F61-878C-BC018691E07D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B658E-D80A-496B-906B-7DC5F1EB45C7}">
      <dsp:nvSpPr>
        <dsp:cNvPr id="0" name=""/>
        <dsp:cNvSpPr/>
      </dsp:nvSpPr>
      <dsp:spPr>
        <a:xfrm>
          <a:off x="0" y="185081"/>
          <a:ext cx="1344295" cy="1109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HCP receives email or SMS with Unique Link </a:t>
          </a:r>
        </a:p>
      </dsp:txBody>
      <dsp:txXfrm>
        <a:off x="32483" y="217564"/>
        <a:ext cx="1279329" cy="1044077"/>
      </dsp:txXfrm>
    </dsp:sp>
    <dsp:sp modelId="{0379F2C6-113F-43B1-8F88-5545B6590364}">
      <dsp:nvSpPr>
        <dsp:cNvPr id="0" name=""/>
        <dsp:cNvSpPr/>
      </dsp:nvSpPr>
      <dsp:spPr>
        <a:xfrm>
          <a:off x="1478724" y="572910"/>
          <a:ext cx="284990" cy="3333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478724" y="639587"/>
        <a:ext cx="199493" cy="200031"/>
      </dsp:txXfrm>
    </dsp:sp>
    <dsp:sp modelId="{90631B49-1B6E-4F90-81EE-797AFE5B88C2}">
      <dsp:nvSpPr>
        <dsp:cNvPr id="0" name=""/>
        <dsp:cNvSpPr/>
      </dsp:nvSpPr>
      <dsp:spPr>
        <a:xfrm>
          <a:off x="1882013" y="185081"/>
          <a:ext cx="1344295" cy="1109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Prefilled Web Form. HCP submits &amp; agrees </a:t>
          </a:r>
          <a:r>
            <a:rPr lang="en-US" sz="1600" kern="1200" err="1">
              <a:solidFill>
                <a:schemeClr val="tx1"/>
              </a:solidFill>
            </a:rPr>
            <a:t>TsCs</a:t>
          </a:r>
          <a:endParaRPr lang="en-US" sz="1600" kern="1200">
            <a:solidFill>
              <a:schemeClr val="tx1"/>
            </a:solidFill>
          </a:endParaRPr>
        </a:p>
      </dsp:txBody>
      <dsp:txXfrm>
        <a:off x="1914496" y="217564"/>
        <a:ext cx="1279329" cy="1044077"/>
      </dsp:txXfrm>
    </dsp:sp>
    <dsp:sp modelId="{37029B38-D7D4-48BF-A81D-A9B4437C9F7C}">
      <dsp:nvSpPr>
        <dsp:cNvPr id="0" name=""/>
        <dsp:cNvSpPr/>
      </dsp:nvSpPr>
      <dsp:spPr>
        <a:xfrm>
          <a:off x="3360737" y="572910"/>
          <a:ext cx="284990" cy="3333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360737" y="639587"/>
        <a:ext cx="199493" cy="200031"/>
      </dsp:txXfrm>
    </dsp:sp>
    <dsp:sp modelId="{29C14D82-B449-4FB5-A840-152C20B8E677}">
      <dsp:nvSpPr>
        <dsp:cNvPr id="0" name=""/>
        <dsp:cNvSpPr/>
      </dsp:nvSpPr>
      <dsp:spPr>
        <a:xfrm>
          <a:off x="3764026" y="185081"/>
          <a:ext cx="1344295" cy="1109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HCP receives Thank You Email</a:t>
          </a:r>
        </a:p>
      </dsp:txBody>
      <dsp:txXfrm>
        <a:off x="3796509" y="217564"/>
        <a:ext cx="1279329" cy="1044077"/>
      </dsp:txXfrm>
    </dsp:sp>
    <dsp:sp modelId="{CCAF2D34-BFBB-4238-B6A4-16B092EF0668}">
      <dsp:nvSpPr>
        <dsp:cNvPr id="0" name=""/>
        <dsp:cNvSpPr/>
      </dsp:nvSpPr>
      <dsp:spPr>
        <a:xfrm>
          <a:off x="5242750" y="572910"/>
          <a:ext cx="284990" cy="3333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242750" y="639587"/>
        <a:ext cx="199493" cy="200031"/>
      </dsp:txXfrm>
    </dsp:sp>
    <dsp:sp modelId="{86632E6F-93F1-46FA-A7C5-CEF8E892896A}">
      <dsp:nvSpPr>
        <dsp:cNvPr id="0" name=""/>
        <dsp:cNvSpPr/>
      </dsp:nvSpPr>
      <dsp:spPr>
        <a:xfrm>
          <a:off x="5646039" y="185081"/>
          <a:ext cx="1344295" cy="1109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HCP receives samples</a:t>
          </a:r>
        </a:p>
      </dsp:txBody>
      <dsp:txXfrm>
        <a:off x="5678522" y="217564"/>
        <a:ext cx="1279329" cy="1044077"/>
      </dsp:txXfrm>
    </dsp:sp>
    <dsp:sp modelId="{875044EE-1D98-457D-9B90-CAD4D5247C33}">
      <dsp:nvSpPr>
        <dsp:cNvPr id="0" name=""/>
        <dsp:cNvSpPr/>
      </dsp:nvSpPr>
      <dsp:spPr>
        <a:xfrm>
          <a:off x="7124763" y="572910"/>
          <a:ext cx="284990" cy="3333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124763" y="639587"/>
        <a:ext cx="199493" cy="200031"/>
      </dsp:txXfrm>
    </dsp:sp>
    <dsp:sp modelId="{85E5EE69-C10D-4FFE-A932-36772242AAEE}">
      <dsp:nvSpPr>
        <dsp:cNvPr id="0" name=""/>
        <dsp:cNvSpPr/>
      </dsp:nvSpPr>
      <dsp:spPr>
        <a:xfrm>
          <a:off x="7528052" y="185081"/>
          <a:ext cx="1344295" cy="1109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HCP Signs for Samples via </a:t>
          </a:r>
          <a:r>
            <a:rPr lang="en-US" sz="1600" kern="1200" err="1">
              <a:solidFill>
                <a:schemeClr val="tx1"/>
              </a:solidFill>
            </a:rPr>
            <a:t>Docusign</a:t>
          </a:r>
          <a:endParaRPr lang="en-US" sz="1600" kern="1200">
            <a:solidFill>
              <a:schemeClr val="tx1"/>
            </a:solidFill>
          </a:endParaRPr>
        </a:p>
      </dsp:txBody>
      <dsp:txXfrm>
        <a:off x="7560535" y="217564"/>
        <a:ext cx="1279329" cy="1044077"/>
      </dsp:txXfrm>
    </dsp:sp>
    <dsp:sp modelId="{94ED1369-0DCE-4860-AFB1-075B2166BA17}">
      <dsp:nvSpPr>
        <dsp:cNvPr id="0" name=""/>
        <dsp:cNvSpPr/>
      </dsp:nvSpPr>
      <dsp:spPr>
        <a:xfrm>
          <a:off x="9006776" y="572910"/>
          <a:ext cx="284990" cy="3333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9006776" y="639587"/>
        <a:ext cx="199493" cy="200031"/>
      </dsp:txXfrm>
    </dsp:sp>
    <dsp:sp modelId="{92D7A0E3-8D48-4F61-878C-BC018691E07D}">
      <dsp:nvSpPr>
        <dsp:cNvPr id="0" name=""/>
        <dsp:cNvSpPr/>
      </dsp:nvSpPr>
      <dsp:spPr>
        <a:xfrm>
          <a:off x="9410064" y="185081"/>
          <a:ext cx="1344295" cy="1109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HCPs can go back to form to re-order</a:t>
          </a:r>
        </a:p>
      </dsp:txBody>
      <dsp:txXfrm>
        <a:off x="9442547" y="217564"/>
        <a:ext cx="1279329" cy="10440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B658E-D80A-496B-906B-7DC5F1EB45C7}">
      <dsp:nvSpPr>
        <dsp:cNvPr id="0" name=""/>
        <dsp:cNvSpPr/>
      </dsp:nvSpPr>
      <dsp:spPr>
        <a:xfrm>
          <a:off x="3019" y="178982"/>
          <a:ext cx="1143438" cy="13051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</a:rPr>
            <a:t>HCP visits open form via media, website, tradeshow</a:t>
          </a:r>
        </a:p>
      </dsp:txBody>
      <dsp:txXfrm>
        <a:off x="36509" y="212472"/>
        <a:ext cx="1076458" cy="1238147"/>
      </dsp:txXfrm>
    </dsp:sp>
    <dsp:sp modelId="{0379F2C6-113F-43B1-8F88-5545B6590364}">
      <dsp:nvSpPr>
        <dsp:cNvPr id="0" name=""/>
        <dsp:cNvSpPr/>
      </dsp:nvSpPr>
      <dsp:spPr>
        <a:xfrm>
          <a:off x="1260801" y="689759"/>
          <a:ext cx="242408" cy="28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260801" y="746473"/>
        <a:ext cx="169686" cy="170144"/>
      </dsp:txXfrm>
    </dsp:sp>
    <dsp:sp modelId="{3336599C-34B1-47F0-BC16-1C9ADC434257}">
      <dsp:nvSpPr>
        <dsp:cNvPr id="0" name=""/>
        <dsp:cNvSpPr/>
      </dsp:nvSpPr>
      <dsp:spPr>
        <a:xfrm>
          <a:off x="1603833" y="178982"/>
          <a:ext cx="1143438" cy="13051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tx1"/>
              </a:solidFill>
            </a:rPr>
            <a:t>HCP Inputs their NPI</a:t>
          </a:r>
        </a:p>
      </dsp:txBody>
      <dsp:txXfrm>
        <a:off x="1637323" y="212472"/>
        <a:ext cx="1076458" cy="1238147"/>
      </dsp:txXfrm>
    </dsp:sp>
    <dsp:sp modelId="{E6A2047E-5AA4-41D0-8EB0-52E9BD80D454}">
      <dsp:nvSpPr>
        <dsp:cNvPr id="0" name=""/>
        <dsp:cNvSpPr/>
      </dsp:nvSpPr>
      <dsp:spPr>
        <a:xfrm>
          <a:off x="2861615" y="689759"/>
          <a:ext cx="242408" cy="28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861615" y="746473"/>
        <a:ext cx="169686" cy="170144"/>
      </dsp:txXfrm>
    </dsp:sp>
    <dsp:sp modelId="{90631B49-1B6E-4F90-81EE-797AFE5B88C2}">
      <dsp:nvSpPr>
        <dsp:cNvPr id="0" name=""/>
        <dsp:cNvSpPr/>
      </dsp:nvSpPr>
      <dsp:spPr>
        <a:xfrm>
          <a:off x="3204646" y="178982"/>
          <a:ext cx="1143438" cy="13051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Prefilled Web Form. HCP submits &amp; agrees </a:t>
          </a:r>
          <a:r>
            <a:rPr lang="en-US" sz="1600" kern="1200" err="1">
              <a:solidFill>
                <a:schemeClr val="tx1"/>
              </a:solidFill>
            </a:rPr>
            <a:t>TsCs</a:t>
          </a:r>
          <a:endParaRPr lang="en-US" sz="1600" kern="1200">
            <a:solidFill>
              <a:schemeClr val="tx1"/>
            </a:solidFill>
          </a:endParaRPr>
        </a:p>
      </dsp:txBody>
      <dsp:txXfrm>
        <a:off x="3238136" y="212472"/>
        <a:ext cx="1076458" cy="1238147"/>
      </dsp:txXfrm>
    </dsp:sp>
    <dsp:sp modelId="{37029B38-D7D4-48BF-A81D-A9B4437C9F7C}">
      <dsp:nvSpPr>
        <dsp:cNvPr id="0" name=""/>
        <dsp:cNvSpPr/>
      </dsp:nvSpPr>
      <dsp:spPr>
        <a:xfrm>
          <a:off x="4462429" y="689759"/>
          <a:ext cx="242408" cy="28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462429" y="746473"/>
        <a:ext cx="169686" cy="170144"/>
      </dsp:txXfrm>
    </dsp:sp>
    <dsp:sp modelId="{29C14D82-B449-4FB5-A840-152C20B8E677}">
      <dsp:nvSpPr>
        <dsp:cNvPr id="0" name=""/>
        <dsp:cNvSpPr/>
      </dsp:nvSpPr>
      <dsp:spPr>
        <a:xfrm>
          <a:off x="4805460" y="178982"/>
          <a:ext cx="1143438" cy="13051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HCP receives Thank You Email</a:t>
          </a:r>
        </a:p>
      </dsp:txBody>
      <dsp:txXfrm>
        <a:off x="4838950" y="212472"/>
        <a:ext cx="1076458" cy="1238147"/>
      </dsp:txXfrm>
    </dsp:sp>
    <dsp:sp modelId="{CCAF2D34-BFBB-4238-B6A4-16B092EF0668}">
      <dsp:nvSpPr>
        <dsp:cNvPr id="0" name=""/>
        <dsp:cNvSpPr/>
      </dsp:nvSpPr>
      <dsp:spPr>
        <a:xfrm>
          <a:off x="6063243" y="689759"/>
          <a:ext cx="242408" cy="28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063243" y="746473"/>
        <a:ext cx="169686" cy="170144"/>
      </dsp:txXfrm>
    </dsp:sp>
    <dsp:sp modelId="{86632E6F-93F1-46FA-A7C5-CEF8E892896A}">
      <dsp:nvSpPr>
        <dsp:cNvPr id="0" name=""/>
        <dsp:cNvSpPr/>
      </dsp:nvSpPr>
      <dsp:spPr>
        <a:xfrm>
          <a:off x="6406274" y="178982"/>
          <a:ext cx="1143438" cy="13051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HCP receives samples</a:t>
          </a:r>
        </a:p>
      </dsp:txBody>
      <dsp:txXfrm>
        <a:off x="6439764" y="212472"/>
        <a:ext cx="1076458" cy="1238147"/>
      </dsp:txXfrm>
    </dsp:sp>
    <dsp:sp modelId="{875044EE-1D98-457D-9B90-CAD4D5247C33}">
      <dsp:nvSpPr>
        <dsp:cNvPr id="0" name=""/>
        <dsp:cNvSpPr/>
      </dsp:nvSpPr>
      <dsp:spPr>
        <a:xfrm>
          <a:off x="7664056" y="689759"/>
          <a:ext cx="242408" cy="28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7664056" y="746473"/>
        <a:ext cx="169686" cy="170144"/>
      </dsp:txXfrm>
    </dsp:sp>
    <dsp:sp modelId="{85E5EE69-C10D-4FFE-A932-36772242AAEE}">
      <dsp:nvSpPr>
        <dsp:cNvPr id="0" name=""/>
        <dsp:cNvSpPr/>
      </dsp:nvSpPr>
      <dsp:spPr>
        <a:xfrm>
          <a:off x="8007088" y="178982"/>
          <a:ext cx="1143438" cy="13051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HCP Signs for Samples via </a:t>
          </a:r>
          <a:r>
            <a:rPr lang="en-US" sz="1600" kern="1200" err="1">
              <a:solidFill>
                <a:schemeClr val="tx1"/>
              </a:solidFill>
            </a:rPr>
            <a:t>Docusign</a:t>
          </a:r>
          <a:endParaRPr lang="en-US" sz="1600" kern="1200">
            <a:solidFill>
              <a:schemeClr val="tx1"/>
            </a:solidFill>
          </a:endParaRPr>
        </a:p>
      </dsp:txBody>
      <dsp:txXfrm>
        <a:off x="8040578" y="212472"/>
        <a:ext cx="1076458" cy="1238147"/>
      </dsp:txXfrm>
    </dsp:sp>
    <dsp:sp modelId="{94ED1369-0DCE-4860-AFB1-075B2166BA17}">
      <dsp:nvSpPr>
        <dsp:cNvPr id="0" name=""/>
        <dsp:cNvSpPr/>
      </dsp:nvSpPr>
      <dsp:spPr>
        <a:xfrm>
          <a:off x="9264870" y="689759"/>
          <a:ext cx="242408" cy="28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9264870" y="746473"/>
        <a:ext cx="169686" cy="170144"/>
      </dsp:txXfrm>
    </dsp:sp>
    <dsp:sp modelId="{92D7A0E3-8D48-4F61-878C-BC018691E07D}">
      <dsp:nvSpPr>
        <dsp:cNvPr id="0" name=""/>
        <dsp:cNvSpPr/>
      </dsp:nvSpPr>
      <dsp:spPr>
        <a:xfrm>
          <a:off x="9607902" y="178982"/>
          <a:ext cx="1143438" cy="13051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HCPs can go back to form to re-order</a:t>
          </a:r>
        </a:p>
      </dsp:txBody>
      <dsp:txXfrm>
        <a:off x="9641392" y="212472"/>
        <a:ext cx="1076458" cy="12381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B658E-D80A-496B-906B-7DC5F1EB45C7}">
      <dsp:nvSpPr>
        <dsp:cNvPr id="0" name=""/>
        <dsp:cNvSpPr/>
      </dsp:nvSpPr>
      <dsp:spPr>
        <a:xfrm>
          <a:off x="3019" y="172575"/>
          <a:ext cx="1143438" cy="1317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</a:rPr>
            <a:t>HCP visits form via email, </a:t>
          </a:r>
          <a:r>
            <a:rPr lang="en-US" sz="1400" kern="1200" err="1">
              <a:solidFill>
                <a:schemeClr val="tx1"/>
              </a:solidFill>
            </a:rPr>
            <a:t>sms</a:t>
          </a:r>
          <a:r>
            <a:rPr lang="en-US" sz="1400" kern="1200">
              <a:solidFill>
                <a:schemeClr val="tx1"/>
              </a:solidFill>
            </a:rPr>
            <a:t>, media etc.</a:t>
          </a:r>
        </a:p>
      </dsp:txBody>
      <dsp:txXfrm>
        <a:off x="36509" y="206065"/>
        <a:ext cx="1076458" cy="1250961"/>
      </dsp:txXfrm>
    </dsp:sp>
    <dsp:sp modelId="{0379F2C6-113F-43B1-8F88-5545B6590364}">
      <dsp:nvSpPr>
        <dsp:cNvPr id="0" name=""/>
        <dsp:cNvSpPr/>
      </dsp:nvSpPr>
      <dsp:spPr>
        <a:xfrm>
          <a:off x="1260801" y="689759"/>
          <a:ext cx="242408" cy="28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260801" y="746473"/>
        <a:ext cx="169686" cy="170144"/>
      </dsp:txXfrm>
    </dsp:sp>
    <dsp:sp modelId="{3336599C-34B1-47F0-BC16-1C9ADC434257}">
      <dsp:nvSpPr>
        <dsp:cNvPr id="0" name=""/>
        <dsp:cNvSpPr/>
      </dsp:nvSpPr>
      <dsp:spPr>
        <a:xfrm>
          <a:off x="1603833" y="172575"/>
          <a:ext cx="1143438" cy="1317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</a:rPr>
            <a:t>HCP Inputs their NPI</a:t>
          </a:r>
        </a:p>
      </dsp:txBody>
      <dsp:txXfrm>
        <a:off x="1637323" y="206065"/>
        <a:ext cx="1076458" cy="1250961"/>
      </dsp:txXfrm>
    </dsp:sp>
    <dsp:sp modelId="{E6A2047E-5AA4-41D0-8EB0-52E9BD80D454}">
      <dsp:nvSpPr>
        <dsp:cNvPr id="0" name=""/>
        <dsp:cNvSpPr/>
      </dsp:nvSpPr>
      <dsp:spPr>
        <a:xfrm>
          <a:off x="2861615" y="689759"/>
          <a:ext cx="242408" cy="28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861615" y="746473"/>
        <a:ext cx="169686" cy="170144"/>
      </dsp:txXfrm>
    </dsp:sp>
    <dsp:sp modelId="{90631B49-1B6E-4F90-81EE-797AFE5B88C2}">
      <dsp:nvSpPr>
        <dsp:cNvPr id="0" name=""/>
        <dsp:cNvSpPr/>
      </dsp:nvSpPr>
      <dsp:spPr>
        <a:xfrm>
          <a:off x="3204646" y="172575"/>
          <a:ext cx="1143438" cy="1317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Prefilled Web Form. HCP submits &amp; agrees </a:t>
          </a:r>
          <a:r>
            <a:rPr lang="en-US" sz="1600" kern="1200" err="1">
              <a:solidFill>
                <a:schemeClr val="tx1"/>
              </a:solidFill>
            </a:rPr>
            <a:t>TsCs</a:t>
          </a:r>
          <a:endParaRPr lang="en-US" sz="1600" kern="1200">
            <a:solidFill>
              <a:schemeClr val="tx1"/>
            </a:solidFill>
          </a:endParaRPr>
        </a:p>
      </dsp:txBody>
      <dsp:txXfrm>
        <a:off x="3238136" y="206065"/>
        <a:ext cx="1076458" cy="1250961"/>
      </dsp:txXfrm>
    </dsp:sp>
    <dsp:sp modelId="{37029B38-D7D4-48BF-A81D-A9B4437C9F7C}">
      <dsp:nvSpPr>
        <dsp:cNvPr id="0" name=""/>
        <dsp:cNvSpPr/>
      </dsp:nvSpPr>
      <dsp:spPr>
        <a:xfrm>
          <a:off x="4462429" y="689759"/>
          <a:ext cx="242408" cy="28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462429" y="746473"/>
        <a:ext cx="169686" cy="170144"/>
      </dsp:txXfrm>
    </dsp:sp>
    <dsp:sp modelId="{29C14D82-B449-4FB5-A840-152C20B8E677}">
      <dsp:nvSpPr>
        <dsp:cNvPr id="0" name=""/>
        <dsp:cNvSpPr/>
      </dsp:nvSpPr>
      <dsp:spPr>
        <a:xfrm>
          <a:off x="4805460" y="172575"/>
          <a:ext cx="1143438" cy="1317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HCP receives Thank You Email</a:t>
          </a:r>
        </a:p>
      </dsp:txBody>
      <dsp:txXfrm>
        <a:off x="4838950" y="206065"/>
        <a:ext cx="1076458" cy="1250961"/>
      </dsp:txXfrm>
    </dsp:sp>
    <dsp:sp modelId="{CCAF2D34-BFBB-4238-B6A4-16B092EF0668}">
      <dsp:nvSpPr>
        <dsp:cNvPr id="0" name=""/>
        <dsp:cNvSpPr/>
      </dsp:nvSpPr>
      <dsp:spPr>
        <a:xfrm>
          <a:off x="6063243" y="689759"/>
          <a:ext cx="242408" cy="28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063243" y="746473"/>
        <a:ext cx="169686" cy="170144"/>
      </dsp:txXfrm>
    </dsp:sp>
    <dsp:sp modelId="{86632E6F-93F1-46FA-A7C5-CEF8E892896A}">
      <dsp:nvSpPr>
        <dsp:cNvPr id="0" name=""/>
        <dsp:cNvSpPr/>
      </dsp:nvSpPr>
      <dsp:spPr>
        <a:xfrm>
          <a:off x="6406274" y="172575"/>
          <a:ext cx="1143438" cy="1317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HCP receives samples</a:t>
          </a:r>
        </a:p>
      </dsp:txBody>
      <dsp:txXfrm>
        <a:off x="6439764" y="206065"/>
        <a:ext cx="1076458" cy="1250961"/>
      </dsp:txXfrm>
    </dsp:sp>
    <dsp:sp modelId="{875044EE-1D98-457D-9B90-CAD4D5247C33}">
      <dsp:nvSpPr>
        <dsp:cNvPr id="0" name=""/>
        <dsp:cNvSpPr/>
      </dsp:nvSpPr>
      <dsp:spPr>
        <a:xfrm>
          <a:off x="7664056" y="689759"/>
          <a:ext cx="242408" cy="28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7664056" y="746473"/>
        <a:ext cx="169686" cy="170144"/>
      </dsp:txXfrm>
    </dsp:sp>
    <dsp:sp modelId="{85E5EE69-C10D-4FFE-A932-36772242AAEE}">
      <dsp:nvSpPr>
        <dsp:cNvPr id="0" name=""/>
        <dsp:cNvSpPr/>
      </dsp:nvSpPr>
      <dsp:spPr>
        <a:xfrm>
          <a:off x="8007088" y="172575"/>
          <a:ext cx="1143438" cy="1317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HCP Signs for Samples via ???</a:t>
          </a:r>
        </a:p>
      </dsp:txBody>
      <dsp:txXfrm>
        <a:off x="8040578" y="206065"/>
        <a:ext cx="1076458" cy="1250961"/>
      </dsp:txXfrm>
    </dsp:sp>
    <dsp:sp modelId="{94ED1369-0DCE-4860-AFB1-075B2166BA17}">
      <dsp:nvSpPr>
        <dsp:cNvPr id="0" name=""/>
        <dsp:cNvSpPr/>
      </dsp:nvSpPr>
      <dsp:spPr>
        <a:xfrm>
          <a:off x="9264870" y="689759"/>
          <a:ext cx="242408" cy="28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9264870" y="746473"/>
        <a:ext cx="169686" cy="170144"/>
      </dsp:txXfrm>
    </dsp:sp>
    <dsp:sp modelId="{92D7A0E3-8D48-4F61-878C-BC018691E07D}">
      <dsp:nvSpPr>
        <dsp:cNvPr id="0" name=""/>
        <dsp:cNvSpPr/>
      </dsp:nvSpPr>
      <dsp:spPr>
        <a:xfrm>
          <a:off x="9607902" y="172575"/>
          <a:ext cx="1143438" cy="1317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HCPs receive samples on XXX Cadence</a:t>
          </a:r>
        </a:p>
      </dsp:txBody>
      <dsp:txXfrm>
        <a:off x="9641392" y="206065"/>
        <a:ext cx="1076458" cy="12509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FB6FE05D-1BFA-4A16-AD4F-45871DCACA2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7D5B1DA9-F13B-44F7-B007-64278F23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0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3237"/>
            <a:fld id="{DE1EEE18-8F3D-4CB3-B090-6249C20A5AF8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33237"/>
              <a:t>6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09203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3237"/>
            <a:fld id="{DE1EEE18-8F3D-4CB3-B090-6249C20A5AF8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33237"/>
              <a:t>7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9628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E9FC5-69B3-873E-1332-676E83401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A8871-6EE2-199E-F66D-FA47C1964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A1A80-AD97-3891-D133-B28760A08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Q3: Now, consider recent occasions when you’ve </a:t>
            </a:r>
            <a:r>
              <a:rPr lang="en-US" b="1"/>
              <a:t>received samples</a:t>
            </a:r>
            <a:r>
              <a:rPr lang="en-US"/>
              <a:t> </a:t>
            </a:r>
            <a:r>
              <a:rPr lang="en-US" b="1"/>
              <a:t>you didn't specifically ask for</a:t>
            </a:r>
            <a:r>
              <a:rPr lang="en-US"/>
              <a:t>. </a:t>
            </a:r>
            <a:r>
              <a:rPr lang="en-US" b="1"/>
              <a:t>Other than reps</a:t>
            </a:r>
            <a:r>
              <a:rPr lang="en-US"/>
              <a:t>, please note if you have ever received samples from any of the sources below.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188D7-C461-D44A-5945-98A275089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3237"/>
            <a:fld id="{D0FD4930-4115-4088-9450-1F2EDE28CF82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33237"/>
              <a:t>8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70017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CF583-AAAE-587C-B26C-F68FF013B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A3C3D-31D8-4DA9-475E-13A940012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CB0BF-1D0C-6461-AC50-50B236D26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Q4: Now think about recent occasions when you've </a:t>
            </a:r>
            <a:r>
              <a:rPr lang="en-US" b="1"/>
              <a:t>actively requested</a:t>
            </a:r>
            <a:r>
              <a:rPr lang="en-US"/>
              <a:t> </a:t>
            </a:r>
            <a:r>
              <a:rPr lang="en-US" b="1"/>
              <a:t>samples</a:t>
            </a:r>
            <a:r>
              <a:rPr lang="en-US"/>
              <a:t> for a specific product.  </a:t>
            </a:r>
            <a:r>
              <a:rPr lang="en-US" b="1"/>
              <a:t>Other than requesting from reps</a:t>
            </a:r>
            <a:r>
              <a:rPr lang="en-US"/>
              <a:t>, please note if you have ever requested samples from any of the sources below.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E8D6E-A370-9C7B-D678-C08A2B795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3237"/>
            <a:fld id="{D0FD4930-4115-4088-9450-1F2EDE28CF82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33237"/>
              <a:t>9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87055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70909-4BE5-47C7-D3D3-6EA2F42E4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14E31-490D-A843-43D0-82FD03ED8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96976-0A06-4915-1D8A-96E3AA230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Q5: Thinking about your recent experiences in requesting product samples without the assistance of a sales rep, which brand(s) stands out to you as providing the </a:t>
            </a:r>
            <a:r>
              <a:rPr lang="en-US" b="1"/>
              <a:t>easiest sampling process</a:t>
            </a:r>
            <a:r>
              <a:rPr lang="en-US"/>
              <a:t>? Please write the </a:t>
            </a:r>
            <a:r>
              <a:rPr lang="en-US" b="1"/>
              <a:t>name of the brand(s)</a:t>
            </a:r>
            <a:r>
              <a:rPr lang="en-US"/>
              <a:t> you remember and </a:t>
            </a:r>
            <a:r>
              <a:rPr lang="en-US" b="1"/>
              <a:t>what made the process easy for you</a:t>
            </a:r>
            <a:r>
              <a:rPr lang="en-US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E308E-51EC-76CC-9EC2-3955855B3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3237">
              <a:defRPr/>
            </a:pPr>
            <a:fld id="{DE1EEE18-8F3D-4CB3-B090-6249C20A5AF8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33237">
                <a:defRPr/>
              </a:pPr>
              <a:t>10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82951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3237">
              <a:defRPr/>
            </a:pPr>
            <a:fld id="{DE1EEE18-8F3D-4CB3-B090-6249C20A5AF8}" type="slidenum">
              <a:rPr lang="en-US">
                <a:solidFill>
                  <a:prstClr val="black"/>
                </a:solidFill>
                <a:latin typeface="Calibri"/>
              </a:rPr>
              <a:pPr defTabSz="933237">
                <a:defRPr/>
              </a:pPr>
              <a:t>11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8069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50045-7416-C348-ED84-72D1B65D9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11883-C0F0-33F9-BDFE-D5AE77261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E83FF-D181-2911-73C7-8400F65BE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Q13: </a:t>
            </a:r>
            <a:r>
              <a:rPr lang="en-US"/>
              <a:t>When you provide a sample to a patient, what materials do you</a:t>
            </a:r>
            <a:r>
              <a:rPr lang="en-US" b="1"/>
              <a:t> usually</a:t>
            </a:r>
            <a:r>
              <a:rPr lang="en-US"/>
              <a:t> give them? 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4C4CE-DD38-6F97-4003-07AA43E18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3237"/>
            <a:fld id="{D0FD4930-4115-4088-9450-1F2EDE28CF82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33237"/>
              <a:t>14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13437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5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pn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8AFC241D-8FE8-045A-9C58-FF93C735A8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2752" y="5489459"/>
            <a:ext cx="688689" cy="784341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D9DA071-70D9-5990-B4D4-2E5E789714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59" y="5114566"/>
            <a:ext cx="6763172" cy="374893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rgbClr val="002A3A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Name, Information, or Delete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432615C-4AB7-5FA3-A9E5-BDE255BC26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437467"/>
            <a:ext cx="9092005" cy="1478039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rgbClr val="002A3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A13A010-D954-66F9-2596-471ABDC8F0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0" y="2659171"/>
            <a:ext cx="1085088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0" cap="all" spc="20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8BDC3E-8393-C7FB-3A20-4D5027731F73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3413"/>
            <a:ext cx="5082732" cy="37489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C4C91D0-5653-D1DB-252C-B47C9242FF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1" y="493184"/>
            <a:ext cx="2735913" cy="95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57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CEC16E3-E9C3-470B-B2C9-CBD23EA986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0560" y="2289453"/>
            <a:ext cx="10861040" cy="3927515"/>
          </a:xfrm>
        </p:spPr>
        <p:txBody>
          <a:bodyPr/>
          <a:lstStyle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984" y="1778001"/>
            <a:ext cx="1086061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Calibri 16pt Bold, Blue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00226-31E1-3AB5-4194-94C2D4E2FD7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5CA1C3A-1155-4BA1-B9E7-FC2E6016506C}" type="datetime5">
              <a:rPr lang="en-US" smtClean="0"/>
              <a:t>29-Sep-25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9A2EC-AC9D-E1AE-A7D9-2E9D5B9D109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97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F9AB58D-2506-7123-BA16-FEF09C6366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1" y="493184"/>
            <a:ext cx="2735913" cy="954617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D9DA071-70D9-5990-B4D4-2E5E789714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5128700"/>
            <a:ext cx="6763173" cy="374893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Name, Information, or Delete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432615C-4AB7-5FA3-A9E5-BDE255BC26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437467"/>
            <a:ext cx="9092005" cy="1497391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DFBFAD9-2E4A-C130-2CC9-E0C8C6176B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0" y="2659171"/>
            <a:ext cx="1085088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0" cap="all" spc="200" baseline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C172F-02E3-8D07-D890-5C14DC1A758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3413"/>
            <a:ext cx="5082732" cy="37489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A3F46E9-5A5F-48A1-4914-418375E5A0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6309" y="5489459"/>
            <a:ext cx="685131" cy="7802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11C8AE-0A7C-FB40-6154-6EF97B0AF1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511441" y="5830543"/>
            <a:ext cx="1721324" cy="55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1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E76DE39-55B9-A41A-3D56-961A4943B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335"/>
          <a:stretch/>
        </p:blipFill>
        <p:spPr>
          <a:xfrm>
            <a:off x="6705600" y="1"/>
            <a:ext cx="5241985" cy="438573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AFC241D-8FE8-045A-9C58-FF93C735A8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2752" y="5489459"/>
            <a:ext cx="688689" cy="784341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D9DA071-70D9-5990-B4D4-2E5E789714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59" y="5476930"/>
            <a:ext cx="6763172" cy="374893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Name, Information, or Delete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432615C-4AB7-5FA3-A9E5-BDE255BC26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335867"/>
            <a:ext cx="6729307" cy="1999159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rgbClr val="002A3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A13A010-D954-66F9-2596-471ABDC8F0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0" y="2472904"/>
            <a:ext cx="542544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133" b="1" cap="all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8BDC3E-8393-C7FB-3A20-4D5027731F73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3413"/>
            <a:ext cx="5082732" cy="37489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056076B-6A14-252B-BD44-13477012092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1" y="493184"/>
            <a:ext cx="1771455" cy="95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56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D9DA071-70D9-5990-B4D4-2E5E789714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4766519"/>
            <a:ext cx="4307841" cy="374893"/>
          </a:xfrm>
          <a:prstGeom prst="rect">
            <a:avLst/>
          </a:prstGeom>
        </p:spPr>
        <p:txBody>
          <a:bodyPr anchor="b"/>
          <a:lstStyle>
            <a:lvl1pPr>
              <a:defRPr sz="1867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Name, Information, or Delete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432615C-4AB7-5FA3-A9E5-BDE255BC26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2235201"/>
            <a:ext cx="6153573" cy="1999159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rgbClr val="002A3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A13A010-D954-66F9-2596-471ABDC8F0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0" y="1372237"/>
            <a:ext cx="542544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133" b="1" cap="all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8BDC3E-8393-C7FB-3A20-4D5027731F73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3413"/>
            <a:ext cx="5082732" cy="37489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4D38B9A-E5A1-4E65-A5FD-562AA8B3AE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7535"/>
          <a:stretch/>
        </p:blipFill>
        <p:spPr>
          <a:xfrm>
            <a:off x="7031315" y="430618"/>
            <a:ext cx="5160685" cy="625804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A76B8FF-D03F-E0D9-D0CD-45B4FF03029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0560" y="524933"/>
            <a:ext cx="688689" cy="78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1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0F3692E6-1EEB-1FE1-8A0A-41CF90868F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761"/>
          <a:stretch/>
        </p:blipFill>
        <p:spPr>
          <a:xfrm>
            <a:off x="1" y="29044"/>
            <a:ext cx="5209164" cy="625804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AFC241D-8FE8-045A-9C58-FF93C735A8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58286" y="5480992"/>
            <a:ext cx="688689" cy="784341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D9DA071-70D9-5990-B4D4-2E5E789714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615093" y="4595040"/>
            <a:ext cx="5916507" cy="374893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Name, Information, or Delete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432615C-4AB7-5FA3-A9E5-BDE255BC26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615093" y="2235201"/>
            <a:ext cx="5916507" cy="1999159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rgbClr val="002A3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A13A010-D954-66F9-2596-471ABDC8F0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615093" y="1372237"/>
            <a:ext cx="542544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1867" b="1" cap="all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8BDC3E-8393-C7FB-3A20-4D5027731F73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3413"/>
            <a:ext cx="5082732" cy="37489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</p:spTree>
    <p:extLst>
      <p:ext uri="{BB962C8B-B14F-4D97-AF65-F5344CB8AC3E}">
        <p14:creationId xmlns:p14="http://schemas.microsoft.com/office/powerpoint/2010/main" val="271072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o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78F9584-625D-462B-8192-C99B9E91AB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0F6E8C1B-F140-45B9-ADF1-1C3C657011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0558" y="1778000"/>
            <a:ext cx="10861041" cy="4439917"/>
          </a:xfrm>
        </p:spPr>
        <p:txBody>
          <a:bodyPr/>
          <a:lstStyle>
            <a:lvl1pPr>
              <a:spcBef>
                <a:spcPts val="1600"/>
              </a:spcBef>
              <a:defRPr/>
            </a:lvl1pPr>
            <a:lvl2pPr>
              <a:spcBef>
                <a:spcPts val="1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2466CF-9DE4-42FD-B4BE-46614812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3B4B7B-6BBA-20B8-31BA-BEADFC8DEF5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30AD49-9306-40E6-9B54-ED902FFAD691}" type="datetime5">
              <a:rPr lang="en-US" smtClean="0"/>
              <a:t>29-Sep-25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24702B-144B-A55B-48E9-DA8B08679A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40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_CALIBRI SUBHEA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2367392-CE3F-4A36-802E-43D377135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984" y="1778001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1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Short Title, Calibri, 14pt, Bold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84001D6-32AA-4130-AA76-37D05FF0E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31280" y="1778001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1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Short Title, Calibri, 14pt, Bold</a:t>
            </a:r>
          </a:p>
        </p:txBody>
      </p: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1F77A952-6CFD-4B10-A39C-FBF9CCB45B5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0559" y="2286000"/>
            <a:ext cx="4477175" cy="393191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4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0756EC84-5A13-4571-BFB7-247BD6E93F5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31281" y="2286000"/>
            <a:ext cx="4477175" cy="393191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4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B479ED3-E6FF-4DA0-B9B5-59809FFAEF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709287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8E1389-D875-4A3C-85CC-2FF6F879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3BE44-4E05-88A8-34B1-A3778519037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2FD4DBA-FA53-4B8A-A51A-4654E8E673EC}" type="datetime5">
              <a:rPr lang="en-US" smtClean="0"/>
              <a:t>29-Sep-25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54AD1C-8C3A-971B-F2EC-1F6CE8251B4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81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9A84B86-6CE3-4715-A01A-FECF8E99EC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F184EA7A-C14A-435C-84F4-DB8BC3A9A6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560" y="1463040"/>
            <a:ext cx="10838688" cy="10972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0">
                <a:solidFill>
                  <a:srgbClr val="001489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D0068BB-B539-4488-911A-96DC071FE8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984" y="2743201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1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Short Title, Calibri, 14pt, Bold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C1F4580-228D-4976-BFA8-C2248824F3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1280" y="2743201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1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Short Title, Calibri, 14pt, Bold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4073EB3D-18BB-4E2C-9D12-E03D0B6131B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0559" y="3263901"/>
            <a:ext cx="5089735" cy="2954017"/>
          </a:xfrm>
        </p:spPr>
        <p:txBody>
          <a:bodyPr>
            <a:noAutofit/>
          </a:bodyPr>
          <a:lstStyle>
            <a:lvl1pPr>
              <a:defRPr sz="1867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112F3581-3732-4A0B-8F51-60DBC2912C0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1281" y="3263901"/>
            <a:ext cx="5089735" cy="2954017"/>
          </a:xfrm>
        </p:spPr>
        <p:txBody>
          <a:bodyPr>
            <a:noAutofit/>
          </a:bodyPr>
          <a:lstStyle>
            <a:lvl1pPr>
              <a:defRPr sz="1867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079F95-85C8-47A7-9EDE-B17DE1BCA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C9F09-0F17-E200-7698-6136C575F8D8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D475505-7087-426B-A932-364E78E4A6AA}" type="datetime5">
              <a:rPr lang="en-US" smtClean="0"/>
              <a:t>29-Sep-25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B86011-F89B-BBF8-B07E-55CED78E6F5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01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Char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DB57EE1-11D5-470C-B633-08E9CE6ABD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9C8B4ED-99D4-4FA7-951B-B230EC2B1E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615" y="1463943"/>
            <a:ext cx="10850880" cy="3657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Chart Title, Calibri, 16pt, Bold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849D2D5-1C25-41F7-91C5-A575937D23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13" y="1826008"/>
            <a:ext cx="10850880" cy="365760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Second level for chart subtitle</a:t>
            </a:r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5F384281-9885-4DF1-AB32-7D6D158EC4B8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70560" y="2463800"/>
            <a:ext cx="10861040" cy="3479800"/>
          </a:xfrm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B3C7C1-99C7-46EF-8247-FA3C97B6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C83A4-3213-43DB-F8EA-322F509A9BA0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D8BD9AEB-874C-4ECA-BAED-4E8476F2FFF8}" type="datetime5">
              <a:rPr lang="en-US" smtClean="0"/>
              <a:t>29-Sep-25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B4EBCCB-89CE-64E2-DEB8-1C966011F3F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66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Table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E4099E12-93CF-4238-950D-B699BBED1B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FAF8700-F002-4A2F-B04A-6FE90BE6FD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615" y="1463943"/>
            <a:ext cx="10850880" cy="3657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Table Title, Calibri, 16pt, Bold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BF897FA-2891-4141-ADA3-1B87FB5BC5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13" y="1826008"/>
            <a:ext cx="10850880" cy="365760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Second level for table subtitle</a:t>
            </a:r>
          </a:p>
        </p:txBody>
      </p:sp>
      <p:sp>
        <p:nvSpPr>
          <p:cNvPr id="18" name="Table Placeholder 4">
            <a:extLst>
              <a:ext uri="{FF2B5EF4-FFF2-40B4-BE49-F238E27FC236}">
                <a16:creationId xmlns:a16="http://schemas.microsoft.com/office/drawing/2014/main" id="{2EA10139-92DE-45F7-A9D8-ABD6CC72C084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70560" y="2463800"/>
            <a:ext cx="10867987" cy="3479800"/>
          </a:xfrm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78DA13-52C4-4A1D-BD59-DC0D557C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9ACB4-3DFF-DFFA-0298-5E7DF47DFD43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F996388-FD5A-4280-9FF7-7AFB1D2F2A4F}" type="datetime5">
              <a:rPr lang="en-US" smtClean="0"/>
              <a:t>29-Sep-25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738EC4-62FD-B0E8-AF85-B65B8A2EB6D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575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2773AC-CB5F-4692-8614-145FCB812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729906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BE9E2-7A7D-4BED-96F2-45B5703A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6B90F8-3807-E07A-CB9E-0A2A3A7C148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C929622-0DFC-44C8-A619-6B377B246E10}" type="datetime5">
              <a:rPr lang="en-US" smtClean="0"/>
              <a:t>29-Sep-25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C99BF5-7BE3-5476-C8DE-FBA3E978E7F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884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Y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2773AC-CB5F-4692-8614-145FCB812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729906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BE9E2-7A7D-4BED-96F2-45B5703A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6B90F8-3807-E07A-CB9E-0A2A3A7C148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1BD08D1-8236-460D-9824-D0695BB71CB3}" type="datetime5">
              <a:rPr lang="en-US" smtClean="0"/>
              <a:t>29-Sep-25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C99BF5-7BE3-5476-C8DE-FBA3E978E7F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027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Charcoa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2773AC-CB5F-4692-8614-145FCB812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729906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 b="0" cap="all" spc="200" baseline="0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BE9E2-7A7D-4BED-96F2-45B5703A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6B90F8-3807-E07A-CB9E-0A2A3A7C148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0BEC3-6A43-47C8-9F48-D4AE4EF15F53}" type="datetime5">
              <a:rPr lang="en-US" smtClean="0"/>
              <a:t>29-Sep-25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C99BF5-7BE3-5476-C8DE-FBA3E978E7F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5AFD72-27FB-60B5-1421-3CA0B8E1CEA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4073"/>
            <a:ext cx="5082732" cy="37423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</p:spTree>
    <p:extLst>
      <p:ext uri="{BB962C8B-B14F-4D97-AF65-F5344CB8AC3E}">
        <p14:creationId xmlns:p14="http://schemas.microsoft.com/office/powerpoint/2010/main" val="778103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6425185" y="0"/>
            <a:ext cx="5766815" cy="68580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613697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8B40350-90AF-4369-8B21-A237E4585B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984" y="2070100"/>
            <a:ext cx="5613701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1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Short Title, Calibri, 14pt,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4DA2C74-7837-4DF6-A9E0-010AABA411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0559" y="2590801"/>
            <a:ext cx="5613700" cy="1442031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7DE3C-68DE-43DF-A233-910AFDC7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5613697" cy="5207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930307-8F91-D521-5A9C-E1BC2FC8407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DA5AE977-1E40-49C6-8B18-1E1C80FFF6BF}" type="datetime5">
              <a:rPr lang="en-US" smtClean="0"/>
              <a:t>29-Sep-25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83B684-E401-354C-165A-24B27B65084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104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image layout Y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6425185" y="0"/>
            <a:ext cx="5766815" cy="68580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613697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8B40350-90AF-4369-8B21-A237E4585B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984" y="2070100"/>
            <a:ext cx="5613701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1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Short Title, Calibri, 14pt,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4DA2C74-7837-4DF6-A9E0-010AABA411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0559" y="2590801"/>
            <a:ext cx="5613700" cy="1442031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7DE3C-68DE-43DF-A233-910AFDC7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5613697" cy="5207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930307-8F91-D521-5A9C-E1BC2FC8407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54D85C8-139A-49B4-885F-1DA3F6137AED}" type="datetime5">
              <a:rPr lang="en-US" smtClean="0"/>
              <a:t>29-Sep-25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83B684-E401-354C-165A-24B27B65084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8769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753292" cy="68580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2FAC416-5A96-491E-91F4-37DD3C42A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05889" y="355600"/>
            <a:ext cx="5463812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C4C2575-A445-43B7-875C-641A76884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6311" y="2082800"/>
            <a:ext cx="546381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1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Short Title, Calibri, 14pt,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778DA63-FCCC-4EE0-AA5F-890A1063CF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05886" y="2590801"/>
            <a:ext cx="5463815" cy="1766352"/>
          </a:xfrm>
        </p:spPr>
        <p:txBody>
          <a:bodyPr>
            <a:noAutofit/>
          </a:bodyPr>
          <a:lstStyle>
            <a:lvl1pPr>
              <a:defRPr sz="1867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AE3F9D-0018-4E23-82DB-DD559B56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727" y="759459"/>
            <a:ext cx="5892155" cy="5207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9F7E1F-0ACF-5236-690F-5AE374F107C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3413"/>
            <a:ext cx="5082732" cy="37489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CEDE5DA-36BB-9998-A2C5-7A87490DDC3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3DE16F9-863D-4835-8F29-3AFE7239981C}" type="datetime5">
              <a:rPr lang="en-US" smtClean="0"/>
              <a:t>29-Sep-25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3B9C534-73A7-00C0-5DDE-48ADCBFE3D8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440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image layout Y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753292" cy="68580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2FAC416-5A96-491E-91F4-37DD3C42A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05889" y="355600"/>
            <a:ext cx="5463812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C4C2575-A445-43B7-875C-641A76884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6311" y="2070100"/>
            <a:ext cx="546381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1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Short Title, Calibri, 14pt,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778DA63-FCCC-4EE0-AA5F-890A1063CF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05886" y="2590800"/>
            <a:ext cx="5463815" cy="1766352"/>
          </a:xfrm>
        </p:spPr>
        <p:txBody>
          <a:bodyPr>
            <a:noAutofit/>
          </a:bodyPr>
          <a:lstStyle>
            <a:lvl1pPr>
              <a:defRPr sz="1867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AE3F9D-0018-4E23-82DB-DD559B56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727" y="759459"/>
            <a:ext cx="5892155" cy="5207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9F7E1F-0ACF-5236-690F-5AE374F107C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3413"/>
            <a:ext cx="5082732" cy="37489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CEDE5DA-36BB-9998-A2C5-7A87490DDC3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A22AC51-7383-4CD9-828B-95467E5E0489}" type="datetime5">
              <a:rPr lang="en-US" smtClean="0"/>
              <a:t>29-Sep-25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3B9C534-73A7-00C0-5DDE-48ADCBFE3D8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4828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Yellow Square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B3F1A411-FC55-C062-0733-075AD0F006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11979" y="0"/>
            <a:ext cx="6080020" cy="68580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285739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7DE3C-68DE-43DF-A233-910AFDC7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2870200"/>
            <a:ext cx="5044441" cy="1117600"/>
          </a:xfrm>
        </p:spPr>
        <p:txBody>
          <a:bodyPr anchor="ctr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DD1931-D213-3A4A-039E-9754B6FC5D8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4599D56F-FD3C-46AE-8438-276A2672206E}" type="datetime5">
              <a:rPr lang="en-US" smtClean="0"/>
              <a:t>29-Sep-25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8F7A3C-9103-DB22-927B-66B30E49938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4486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Y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CEC16E3-E9C3-470B-B2C9-CBD23EA986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0560" y="2289453"/>
            <a:ext cx="10861040" cy="3927515"/>
          </a:xfrm>
        </p:spPr>
        <p:txBody>
          <a:bodyPr/>
          <a:lstStyle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984" y="1778001"/>
            <a:ext cx="1086061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Calibri 16pt Bold, Blue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00226-31E1-3AB5-4194-94C2D4E2FD7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4B48DB4-343D-4569-A5BD-A5C8A9E0447E}" type="datetime5">
              <a:rPr lang="en-US" smtClean="0"/>
              <a:t>29-Sep-25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9A2EC-AC9D-E1AE-A7D9-2E9D5B9D109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0380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Charcoa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 b="0" cap="all" spc="200" baseline="0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CEC16E3-E9C3-470B-B2C9-CBD23EA986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0560" y="2289453"/>
            <a:ext cx="10861040" cy="39275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 sz="2133">
                <a:solidFill>
                  <a:schemeClr val="bg1"/>
                </a:solidFill>
              </a:defRPr>
            </a:lvl2pPr>
            <a:lvl3pPr>
              <a:defRPr sz="1867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984" y="1778001"/>
            <a:ext cx="1086061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Calibri 16pt Bold, Yellow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00226-31E1-3AB5-4194-94C2D4E2FD7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1EF63-B0C1-4262-AE94-DA5F4B14BA36}" type="datetime5">
              <a:rPr lang="en-US" smtClean="0"/>
              <a:t>29-Sep-25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9A2EC-AC9D-E1AE-A7D9-2E9D5B9D109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062AF-B517-84E4-CA46-7BAAC292DABB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4073"/>
            <a:ext cx="5082732" cy="37423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</p:spTree>
    <p:extLst>
      <p:ext uri="{BB962C8B-B14F-4D97-AF65-F5344CB8AC3E}">
        <p14:creationId xmlns:p14="http://schemas.microsoft.com/office/powerpoint/2010/main" val="25519933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C Charcoal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873673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 b="0" cap="all" spc="200" baseline="0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7DE3C-68DE-43DF-A233-910AFDC7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81400"/>
            <a:ext cx="5044441" cy="2472267"/>
          </a:xfrm>
        </p:spPr>
        <p:txBody>
          <a:bodyPr anchor="b"/>
          <a:lstStyle>
            <a:lvl1pPr>
              <a:lnSpc>
                <a:spcPct val="80000"/>
              </a:lnSpc>
              <a:defRPr sz="5867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563C71B-4B5A-DDA9-9DDB-2AA40696E52C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4073"/>
            <a:ext cx="5082732" cy="37423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8700B-D258-949F-207E-EB67DA60B2B8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549278-76A5-40E0-BB29-9D595F093D6C}" type="datetime5">
              <a:rPr lang="en-US" smtClean="0"/>
              <a:t>29-Sep-25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6174A8B-E7BA-0B3C-4577-039B1E26915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8522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873673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7DE3C-68DE-43DF-A233-910AFDC7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81400"/>
            <a:ext cx="5044441" cy="2472267"/>
          </a:xfrm>
        </p:spPr>
        <p:txBody>
          <a:bodyPr anchor="b"/>
          <a:lstStyle>
            <a:lvl1pPr>
              <a:lnSpc>
                <a:spcPct val="80000"/>
              </a:lnSpc>
              <a:defRPr sz="5867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8700B-D258-949F-207E-EB67DA60B2B8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A93E0F-D858-4D15-A52A-67E3F4AA2F81}" type="datetime5">
              <a:rPr lang="en-US" smtClean="0"/>
              <a:t>29-Sep-25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6174A8B-E7BA-0B3C-4577-039B1E26915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0650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Charcoal Butterf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873673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 b="0" cap="all" spc="200" baseline="0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7DE3C-68DE-43DF-A233-910AFDC7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2870200"/>
            <a:ext cx="9104620" cy="1117600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563C71B-4B5A-DDA9-9DDB-2AA40696E52C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4073"/>
            <a:ext cx="5082732" cy="37423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8700B-D258-949F-207E-EB67DA60B2B8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CEBF0E2-1EC5-40BC-B53F-4C5E021979C4}" type="datetime5">
              <a:rPr lang="en-US" smtClean="0"/>
              <a:t>29-Sep-25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6174A8B-E7BA-0B3C-4577-039B1E26915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8561880-BDA3-174E-1F62-FF3C7E272F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2101" y="5194301"/>
            <a:ext cx="10795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1431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Yellow Butterf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873673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 b="0" cap="all" spc="200" baseline="0"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7DE3C-68DE-43DF-A233-910AFDC7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2870200"/>
            <a:ext cx="9104620" cy="1117600"/>
          </a:xfrm>
        </p:spPr>
        <p:txBody>
          <a:bodyPr anchor="ctr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8561880-BDA3-174E-1F62-FF3C7E272F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2101" y="5194301"/>
            <a:ext cx="1079500" cy="10795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E9370C-AE2C-D47D-B8B8-B9B2540865C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7B285052-794D-40A0-94FB-E9CB4828E7D4}" type="datetime5">
              <a:rPr lang="en-US" smtClean="0"/>
              <a:t>29-Sep-25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C25970-3ECE-F88E-BE46-840B7040CA4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3162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 Butterf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873673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 b="0" cap="all" spc="200" baseline="0"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7DE3C-68DE-43DF-A233-910AFDC7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2870200"/>
            <a:ext cx="9104620" cy="1117600"/>
          </a:xfrm>
        </p:spPr>
        <p:txBody>
          <a:bodyPr anchor="ctr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E9370C-AE2C-D47D-B8B8-B9B2540865C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7B285052-794D-40A0-94FB-E9CB4828E7D4}" type="datetime5">
              <a:rPr lang="en-US" smtClean="0"/>
              <a:t>29-Sep-25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C25970-3ECE-F88E-BE46-840B7040CA4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00E0B5C-EFA9-0C1D-CB92-C3CEA895B9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2101" y="5194301"/>
            <a:ext cx="10795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16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lIns="365760" rIns="365760" anchor="ctr" anchorCtr="1"/>
          <a:lstStyle>
            <a:lvl1pPr marL="5035425" indent="0" algn="l">
              <a:tabLst/>
              <a:defRPr sz="2400" b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D57305E-F709-4E9E-B399-8D21F2A51F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8422639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C73EADF8-32AF-409A-AD0A-3134A5D09D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0559" y="2286001"/>
            <a:ext cx="5096255" cy="2971800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9B87BA-CB3B-4626-87FF-39721BA3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8422640" cy="5207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2117B8-3493-FD10-4783-0F969DBBBE1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3413"/>
            <a:ext cx="5082732" cy="37489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DC4346-E6D4-1B5A-4EAE-B0626BDA7C4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2DDA67B-961C-4E00-979E-247F6FFF2AC0}" type="datetime5">
              <a:rPr lang="en-US" smtClean="0"/>
              <a:t>29-Sep-25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E73E3B4-626E-7682-3AFC-AA5069A9A25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8412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lIns="0" rIns="0" anchor="ctr" anchorCtr="0"/>
          <a:lstStyle>
            <a:lvl1pPr marL="927077" indent="0" algn="l">
              <a:tabLst/>
              <a:defRPr sz="2400" b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273392E-BE16-4C3F-A463-7A7FC6BEE0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4521" y="355600"/>
            <a:ext cx="5447079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 b="0" cap="all" spc="200" baseline="0"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679F6DF-FEFB-4C1A-A396-814197C11D8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84518" y="2286001"/>
            <a:ext cx="5447079" cy="320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E04E43-6321-44FE-86E3-92363113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517" y="759459"/>
            <a:ext cx="5447083" cy="5207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5D0EE6-B116-967A-F28B-1954BF416FD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3413"/>
            <a:ext cx="5082732" cy="37489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5AD4F9-F9D6-9999-9E9B-B4C2E13D17FD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0645E9BD-FCFA-4226-A58E-27D713D6CCEC}" type="datetime5">
              <a:rPr lang="en-US" smtClean="0"/>
              <a:t>29-Sep-25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F96B536-0C24-9C47-664A-27072FE1D4B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4325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ight Content Light Gray">
    <p:bg>
      <p:bgPr>
        <a:solidFill>
          <a:srgbClr val="F4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CALIBRI LIGHT 9Pt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CEC16E3-E9C3-470B-B2C9-CBD23EA986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0561" y="2870200"/>
            <a:ext cx="5152604" cy="3096048"/>
          </a:xfrm>
        </p:spPr>
        <p:txBody>
          <a:bodyPr/>
          <a:lstStyle>
            <a:lvl1pPr>
              <a:defRPr sz="1867">
                <a:latin typeface="+mn-lt"/>
              </a:defRPr>
            </a:lvl1pPr>
            <a:lvl2pPr>
              <a:defRPr sz="1867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1584959"/>
            <a:ext cx="6441440" cy="5207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00226-31E1-3AB5-4194-94C2D4E2FD7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77797C7-C975-467C-93EC-70FE1306C167}" type="datetime5">
              <a:rPr lang="en-US" smtClean="0"/>
              <a:t>29-Sep-25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9A2EC-AC9D-E1AE-A7D9-2E9D5B9D109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9183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entered statement Yellow">
    <p:bg bwMode="auto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2706579"/>
            <a:ext cx="10850880" cy="1645920"/>
          </a:xfrm>
        </p:spPr>
        <p:txBody>
          <a:bodyPr wrap="square" rIns="0" bIns="0" anchor="t">
            <a:noAutofit/>
          </a:bodyPr>
          <a:lstStyle>
            <a:lvl1pPr algn="ctr">
              <a:lnSpc>
                <a:spcPct val="90000"/>
              </a:lnSpc>
              <a:defRPr sz="4000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1444729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 algn="ctr">
              <a:lnSpc>
                <a:spcPct val="100000"/>
              </a:lnSpc>
              <a:buNone/>
              <a:defRPr sz="1867" b="0" cap="all" spc="20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9463D-7256-4F94-B053-694230DD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222731"/>
                </a:solidFill>
              </a:defRPr>
            </a:lvl1pPr>
          </a:lstStyle>
          <a:p>
            <a:fld id="{6304CB44-CA65-4E63-908D-1C36A8CCFE5D}" type="datetime5">
              <a:rPr lang="en-US" smtClean="0"/>
              <a:t>29-Sep-25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E02CAF-4CC0-4859-963B-FC187D3C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22731"/>
                </a:solidFill>
              </a:defRPr>
            </a:lvl1pPr>
          </a:lstStyle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919117-8F29-0B0C-28FB-F46CFA763070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3413"/>
            <a:ext cx="5082732" cy="37489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</p:spTree>
    <p:extLst>
      <p:ext uri="{BB962C8B-B14F-4D97-AF65-F5344CB8AC3E}">
        <p14:creationId xmlns:p14="http://schemas.microsoft.com/office/powerpoint/2010/main" val="27672612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entered statement Charcoal"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2706579"/>
            <a:ext cx="10850880" cy="1645920"/>
          </a:xfrm>
        </p:spPr>
        <p:txBody>
          <a:bodyPr wrap="square" rIns="0" bIns="0" anchor="t">
            <a:noAutofit/>
          </a:bodyPr>
          <a:lstStyle>
            <a:lvl1pPr algn="ctr">
              <a:lnSpc>
                <a:spcPct val="90000"/>
              </a:lnSpc>
              <a:defRPr sz="4000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1444729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 algn="ctr">
              <a:lnSpc>
                <a:spcPct val="100000"/>
              </a:lnSpc>
              <a:buNone/>
              <a:defRPr sz="1867" b="0" cap="all" spc="20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9463D-7256-4F94-B053-694230DD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F70D174-FF94-4F4F-8B15-E54AE1521C6F}" type="datetime5">
              <a:rPr lang="en-US" smtClean="0"/>
              <a:t>29-Sep-25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E02CAF-4CC0-4859-963B-FC187D3C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919117-8F29-0B0C-28FB-F46CFA763070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3413"/>
            <a:ext cx="5082732" cy="37489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</p:spTree>
    <p:extLst>
      <p:ext uri="{BB962C8B-B14F-4D97-AF65-F5344CB8AC3E}">
        <p14:creationId xmlns:p14="http://schemas.microsoft.com/office/powerpoint/2010/main" val="24380663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Solid Background">
    <p:bg bwMode="auto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828800" y="2011680"/>
            <a:ext cx="9144000" cy="356616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200" b="0">
                <a:solidFill>
                  <a:schemeClr val="accent3"/>
                </a:solidFill>
                <a:latin typeface="+mj-lt"/>
              </a:defRPr>
            </a:lvl1pPr>
            <a:lvl2pPr marL="1828754" indent="-304792" algn="l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–"/>
              <a:defRPr sz="2400">
                <a:solidFill>
                  <a:srgbClr val="22273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quote text</a:t>
            </a:r>
          </a:p>
          <a:p>
            <a:pPr lvl="1"/>
            <a:r>
              <a:rPr lang="en-US"/>
              <a:t>Second level for attribution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D6453-5C41-4AA1-8206-B28E31B4B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222731"/>
                </a:solidFill>
              </a:defRPr>
            </a:lvl1pPr>
          </a:lstStyle>
          <a:p>
            <a:fld id="{B2EAB1A3-BBBF-4757-88EC-958F1C22A894}" type="datetime5">
              <a:rPr lang="en-US" smtClean="0"/>
              <a:t>29-Sep-25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7B97B-43D6-430D-9C83-B8A0A56555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222731"/>
                </a:solidFill>
              </a:defRPr>
            </a:lvl1pPr>
          </a:lstStyle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C7B507-444E-FD37-F405-2B2D37428313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3413"/>
            <a:ext cx="5082732" cy="37489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</p:spTree>
    <p:extLst>
      <p:ext uri="{BB962C8B-B14F-4D97-AF65-F5344CB8AC3E}">
        <p14:creationId xmlns:p14="http://schemas.microsoft.com/office/powerpoint/2010/main" val="32232103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F75747-E5C9-D5B3-A69A-FDBE985BD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A0C65-E605-417C-8028-D3C3FAC82756}" type="datetime5">
              <a:rPr lang="en-US" smtClean="0"/>
              <a:t>29-Sep-25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A1B12-71CF-2569-CF08-F53CF39F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4669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Yello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F75747-E5C9-D5B3-A69A-FDBE985BD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7F658-2C90-4FEC-BE2A-915EF94D76A7}" type="datetime5">
              <a:rPr lang="en-US" smtClean="0"/>
              <a:t>29-Sep-25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A1B12-71CF-2569-CF08-F53CF39F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7695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Charcoal"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9463D-7256-4F94-B053-694230DD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AA66403-A75F-46AA-BB6E-8AAA1F2A92B5}" type="datetime5">
              <a:rPr lang="en-US" smtClean="0"/>
              <a:t>29-Sep-25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E02CAF-4CC0-4859-963B-FC187D3C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919117-8F29-0B0C-28FB-F46CFA763070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3413"/>
            <a:ext cx="5082732" cy="37489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</p:spTree>
    <p:extLst>
      <p:ext uri="{BB962C8B-B14F-4D97-AF65-F5344CB8AC3E}">
        <p14:creationId xmlns:p14="http://schemas.microsoft.com/office/powerpoint/2010/main" val="33658641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reeStyle Libre Close (Open)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C22E376-552B-A36D-E429-731856746F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4066" y="5623571"/>
            <a:ext cx="567375" cy="64617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D422E54-A20D-8431-0264-FD2DACA603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3634" y="1667663"/>
            <a:ext cx="4717173" cy="16459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6E0A434-085D-F292-1F6B-468DC8F9D20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3633" y="4124896"/>
            <a:ext cx="4730496" cy="79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6028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reeStyle Libre Close (Open)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84FFBBD-5E73-85E2-EF2E-2C046D5231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4066" y="5623571"/>
            <a:ext cx="567375" cy="64617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6EF4BC8-C902-5ED9-4355-A5B35BA37F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3634" y="1672004"/>
            <a:ext cx="4717173" cy="164592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1E5CDCD-A957-10CC-7EB7-DA0F6F1EEB6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3633" y="4124896"/>
            <a:ext cx="4730496" cy="79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612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eeStyle Libre Close (Open) 3"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5BB29AB-C1C2-E56D-2106-D9ACC2857F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1194" y="1667663"/>
            <a:ext cx="4729613" cy="165026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CCF5A11-8B1F-01D4-5D9B-9C05F2B981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4066" y="5623571"/>
            <a:ext cx="567375" cy="64617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83A25EE-14F9-D00D-381F-CA8B6CF569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3633" y="4124896"/>
            <a:ext cx="4730496" cy="79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1443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Charcoal"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53E8B6C-3DBB-F360-54E2-99EF18F6E7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4900" y="2083859"/>
            <a:ext cx="2362200" cy="269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794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Charcoal"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CDE8CCA-11ED-107C-2E46-70147D74E0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6600" y="2145167"/>
            <a:ext cx="5638800" cy="256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2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EC5887A-58D3-89FE-A618-FE0AE5C541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4900" y="2083859"/>
            <a:ext cx="2362200" cy="269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397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2DC443C-8549-2240-0CEF-418C0CD004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6600" y="2145167"/>
            <a:ext cx="5638800" cy="256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859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 Layout">
    <p:bg bwMode="gray">
      <p:bgPr>
        <a:gradFill>
          <a:gsLst>
            <a:gs pos="0">
              <a:srgbClr val="FFF0AA"/>
            </a:gs>
            <a:gs pos="20000">
              <a:srgbClr val="FFD100">
                <a:alpha val="80000"/>
              </a:srgbClr>
            </a:gs>
            <a:gs pos="100000">
              <a:srgbClr val="FFD100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83C0A7-0C76-989D-7DE8-1EB3493B68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527" y="4868399"/>
            <a:ext cx="1781155" cy="1936531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D9DA071-70D9-5990-B4D4-2E5E789714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5898907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rgbClr val="002A3A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9" name="Picture 8" descr="A white logo with a black background&#10;&#10;Description automatically generated">
            <a:extLst>
              <a:ext uri="{FF2B5EF4-FFF2-40B4-BE49-F238E27FC236}">
                <a16:creationId xmlns:a16="http://schemas.microsoft.com/office/drawing/2014/main" id="{1155E0E5-A324-0505-8D35-6F24E5C3FD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19"/>
          <a:stretch/>
        </p:blipFill>
        <p:spPr>
          <a:xfrm>
            <a:off x="6528211" y="-1"/>
            <a:ext cx="5545256" cy="470683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432615C-4AB7-5FA3-A9E5-BDE255BC26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716867"/>
            <a:ext cx="6763173" cy="1999159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rgbClr val="002A3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A13A010-D954-66F9-2596-471ABDC8F0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0" y="2938571"/>
            <a:ext cx="1085088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rgbClr val="001489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4D0F75-003B-F532-2066-F32180AFBCA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507418"/>
            <a:ext cx="8283564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67" kern="1200">
                <a:solidFill>
                  <a:srgbClr val="002A3A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kern="1200">
                <a:solidFill>
                  <a:srgbClr val="002A3A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1067" kern="1200" err="1">
                <a:solidFill>
                  <a:srgbClr val="002A3A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1067" kern="1200">
                <a:solidFill>
                  <a:srgbClr val="002A3A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</p:txBody>
      </p:sp>
      <p:pic>
        <p:nvPicPr>
          <p:cNvPr id="12" name="Picture 1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9E3F9A2-279A-C54F-FE0E-7CDF8995AF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07"/>
          <a:stretch/>
        </p:blipFill>
        <p:spPr>
          <a:xfrm>
            <a:off x="254972" y="-23317"/>
            <a:ext cx="3099989" cy="217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265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 Layout">
    <p:bg bwMode="gray">
      <p:bgPr>
        <a:gradFill>
          <a:gsLst>
            <a:gs pos="0">
              <a:srgbClr val="FFF0AA"/>
            </a:gs>
            <a:gs pos="20000">
              <a:srgbClr val="FFD100">
                <a:alpha val="80000"/>
              </a:srgbClr>
            </a:gs>
            <a:gs pos="100000">
              <a:srgbClr val="FFD100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83C0A7-0C76-989D-7DE8-1EB3493B68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527" y="4868399"/>
            <a:ext cx="1781155" cy="1936531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D9DA071-70D9-5990-B4D4-2E5E789714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5898907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rgbClr val="002A3A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9" name="Picture 8" descr="A white logo with a black background&#10;&#10;Description automatically generated">
            <a:extLst>
              <a:ext uri="{FF2B5EF4-FFF2-40B4-BE49-F238E27FC236}">
                <a16:creationId xmlns:a16="http://schemas.microsoft.com/office/drawing/2014/main" id="{1155E0E5-A324-0505-8D35-6F24E5C3FD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19"/>
          <a:stretch/>
        </p:blipFill>
        <p:spPr>
          <a:xfrm>
            <a:off x="6528211" y="-1"/>
            <a:ext cx="5545256" cy="470683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432615C-4AB7-5FA3-A9E5-BDE255BC26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716867"/>
            <a:ext cx="6763173" cy="1999159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rgbClr val="002A3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DFBFAD9-2E4A-C130-2CC9-E0C8C6176B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0" y="2938571"/>
            <a:ext cx="1085088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rgbClr val="001489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E6335C-EC28-3234-95B5-504447C7BBE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507418"/>
            <a:ext cx="8283564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67" kern="1200">
                <a:solidFill>
                  <a:srgbClr val="002A3A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kern="1200">
                <a:solidFill>
                  <a:srgbClr val="002A3A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1067" kern="1200" err="1">
                <a:solidFill>
                  <a:srgbClr val="002A3A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1067" kern="1200">
                <a:solidFill>
                  <a:srgbClr val="002A3A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</p:txBody>
      </p:sp>
      <p:pic>
        <p:nvPicPr>
          <p:cNvPr id="18" name="Picture 17" descr="A black background with text&#10;&#10;Description automatically generated">
            <a:extLst>
              <a:ext uri="{FF2B5EF4-FFF2-40B4-BE49-F238E27FC236}">
                <a16:creationId xmlns:a16="http://schemas.microsoft.com/office/drawing/2014/main" id="{905EBB08-447D-E50F-EB98-6E4645F401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60"/>
          <a:stretch/>
        </p:blipFill>
        <p:spPr>
          <a:xfrm>
            <a:off x="254972" y="-23317"/>
            <a:ext cx="3160517" cy="217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8480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CEC16E3-E9C3-470B-B2C9-CBD23EA986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0560" y="1983739"/>
            <a:ext cx="10861040" cy="4233229"/>
          </a:xfrm>
        </p:spPr>
        <p:txBody>
          <a:bodyPr/>
          <a:lstStyle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984" y="1463039"/>
            <a:ext cx="1086061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BOLD, FREESTYLE BLUE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0257E-A5F7-47F2-BCB5-BF684CDCDDF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C6BBA33-D340-4030-91CC-F20B097533EA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84F02-3528-4796-B761-E75F59E065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25CAD-0E7F-412A-A2E4-ACA5E42AF8D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14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4544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o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78F9584-625D-462B-8192-C99B9E91AB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0F6E8C1B-F140-45B9-ADF1-1C3C657011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0558" y="1463039"/>
            <a:ext cx="10861041" cy="4754879"/>
          </a:xfrm>
        </p:spPr>
        <p:txBody>
          <a:bodyPr/>
          <a:lstStyle>
            <a:lvl1pPr>
              <a:spcBef>
                <a:spcPts val="1600"/>
              </a:spcBef>
              <a:defRPr/>
            </a:lvl1pPr>
            <a:lvl2pPr>
              <a:spcBef>
                <a:spcPts val="1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AE4F8-4A35-4815-BCAE-2DEF5BFEC4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52A60F3-57F0-4D2E-9089-8FC09B3259E6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A9712-7611-460F-BBA1-965DC35A5A0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6DBEC-A477-4721-9AEB-6DA5B1D8A3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2466CF-9DE4-42FD-B4BE-46614812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14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9309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_CALIBRI SUBHEA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2367392-CE3F-4A36-802E-43D377135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984" y="1463039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84001D6-32AA-4130-AA76-37D05FF0E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31280" y="1463039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1F77A952-6CFD-4B10-A39C-FBF9CCB45B5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0559" y="1983739"/>
            <a:ext cx="5089735" cy="4234179"/>
          </a:xfrm>
        </p:spPr>
        <p:txBody>
          <a:bodyPr>
            <a:noAutofit/>
          </a:bodyPr>
          <a:lstStyle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0756EC84-5A13-4571-BFB7-247BD6E93F5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31281" y="1983739"/>
            <a:ext cx="5089735" cy="4234179"/>
          </a:xfrm>
        </p:spPr>
        <p:txBody>
          <a:bodyPr>
            <a:noAutofit/>
          </a:bodyPr>
          <a:lstStyle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B479ED3-E6FF-4DA0-B9B5-59809FFAEF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310AD-6CAA-4788-94E2-A00CB4EDAD6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7DC6FA6F-B118-45B4-86FF-70B83435421A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A85807-C4E2-4DC1-A4DC-B733652C584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6E6C4-2B39-46A3-861C-1D8545DFDAF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8E1389-D875-4A3C-85CC-2FF6F879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14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848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9A84B86-6CE3-4715-A01A-FECF8E99EC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F184EA7A-C14A-435C-84F4-DB8BC3A9A6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560" y="1463040"/>
            <a:ext cx="10838688" cy="10972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0">
                <a:solidFill>
                  <a:srgbClr val="001489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D0068BB-B539-4488-911A-96DC071FE8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984" y="2743201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C1F4580-228D-4976-BFA8-C2248824F3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1280" y="2743201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4073EB3D-18BB-4E2C-9D12-E03D0B6131B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0559" y="3263901"/>
            <a:ext cx="5089735" cy="2954017"/>
          </a:xfrm>
        </p:spPr>
        <p:txBody>
          <a:bodyPr>
            <a:noAutofit/>
          </a:bodyPr>
          <a:lstStyle>
            <a:lvl1pPr>
              <a:defRPr sz="1867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112F3581-3732-4A0B-8F51-60DBC2912C0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1281" y="3263901"/>
            <a:ext cx="5089735" cy="2954017"/>
          </a:xfrm>
        </p:spPr>
        <p:txBody>
          <a:bodyPr>
            <a:noAutofit/>
          </a:bodyPr>
          <a:lstStyle>
            <a:lvl1pPr>
              <a:defRPr sz="1867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7130C-27A5-4624-9DE7-54CCA5B6E68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4AABF625-09D3-4DFA-B61C-461C45B77089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D77C1-A9B7-4C57-B330-C34B8588E4B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E347A-2097-4DC1-8FC4-1FBFBC563FC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079F95-85C8-47A7-9EDE-B17DE1BCA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14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9292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6425185" y="0"/>
            <a:ext cx="5766815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828A00F-D1B4-4C3E-969E-375A3487E7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984" y="1463943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8B40350-90AF-4369-8B21-A237E4585B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984" y="2159957"/>
            <a:ext cx="508973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4DA2C74-7837-4DF6-A9E0-010AABA411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0559" y="2610322"/>
            <a:ext cx="5089735" cy="1442031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4384C29-B1D2-4169-8C59-6E4C6B7D22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0984" y="4316768"/>
            <a:ext cx="508973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312D5F6-81FC-4261-AED0-88E16C37278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0559" y="4767134"/>
            <a:ext cx="5089735" cy="1442029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65347-7CD3-4F10-8EF3-1278C80396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216A43B-D176-4514-8269-EDF838101587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E929D-79C8-4A03-8A31-BDC679EAB2C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59128-8C19-4115-801D-638E5DDDF8D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7DE3C-68DE-43DF-A233-910AFDC7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759459"/>
            <a:ext cx="5972372" cy="520701"/>
          </a:xfrm>
        </p:spPr>
        <p:txBody>
          <a:bodyPr/>
          <a:lstStyle>
            <a:lvl1pPr>
              <a:defRPr>
                <a:solidFill>
                  <a:srgbClr val="0014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5467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7532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6D962-A904-455A-9FF2-A3FC930F678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2FAC416-5A96-491E-91F4-37DD3C42A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346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3FDA49B-BBFC-4479-BD4E-6B88C700E3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5768" y="1463943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C4C2575-A445-43B7-875C-641A76884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5768" y="2159957"/>
            <a:ext cx="508973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778DA63-FCCC-4EE0-AA5F-890A1063CF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5343" y="2610322"/>
            <a:ext cx="5089735" cy="1442031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FD7EDCF-7335-4524-B52F-5720399919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5768" y="4316768"/>
            <a:ext cx="508973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8041EA5-1907-45C9-B84F-05A0E02AB31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435343" y="4767134"/>
            <a:ext cx="5089735" cy="1442029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5C93F-ECF9-4556-AC7C-FA60927EA1A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D95AB0E-B6AB-4DD6-BBDA-3BB99E70F781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69AD8-8E84-41FF-B477-E769B006F37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59DF1-EAA0-48AE-9642-5890114712D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AE3F9D-0018-4E23-82DB-DD559B56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184" y="759459"/>
            <a:ext cx="5892155" cy="520701"/>
          </a:xfrm>
        </p:spPr>
        <p:txBody>
          <a:bodyPr/>
          <a:lstStyle>
            <a:lvl1pPr>
              <a:defRPr>
                <a:solidFill>
                  <a:srgbClr val="0014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6699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Alternate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6425185" y="0"/>
            <a:ext cx="5766815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828A00F-D1B4-4C3E-969E-375A3487E7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984" y="1463943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4DA2C74-7837-4DF6-A9E0-010AABA411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0559" y="2159958"/>
            <a:ext cx="5089735" cy="4060927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7F0BF-1759-4538-B8D8-0064CA73DDB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3CE22F5-7046-443B-AB47-8A946581607B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FE4CA-4B98-48B6-B1EE-FD27EAF7A29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BBD30-0719-4938-BD49-A680D58627F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62E712-D0C0-4F27-A890-045067D4F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5089733" cy="520701"/>
          </a:xfrm>
        </p:spPr>
        <p:txBody>
          <a:bodyPr/>
          <a:lstStyle>
            <a:lvl1pPr>
              <a:defRPr>
                <a:solidFill>
                  <a:srgbClr val="0014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6511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Alternate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7532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6D962-A904-455A-9FF2-A3FC930F678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2FAC416-5A96-491E-91F4-37DD3C42A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346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3FDA49B-BBFC-4479-BD4E-6B88C700E3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5768" y="1463943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778DA63-FCCC-4EE0-AA5F-890A1063CF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5343" y="2159958"/>
            <a:ext cx="5089735" cy="4060927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13800-11CE-477C-AE55-6CEC71C7CC12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DF86741-CCE4-4C46-B176-7A90438A4927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F273E-1E19-49B4-B078-2C851563484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94424-AE09-468A-95DC-0699180FC4E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B94D7-D90B-4C16-A5BF-F2C3042C6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185" y="759459"/>
            <a:ext cx="5096255" cy="520701"/>
          </a:xfrm>
        </p:spPr>
        <p:txBody>
          <a:bodyPr/>
          <a:lstStyle>
            <a:lvl1pPr>
              <a:defRPr>
                <a:solidFill>
                  <a:srgbClr val="0014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7625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Char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DB57EE1-11D5-470C-B633-08E9CE6ABD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9C8B4ED-99D4-4FA7-951B-B230EC2B1E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615" y="1463943"/>
            <a:ext cx="10850880" cy="3657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CHART TITLE, CALIBRI, 18PT, BOLD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849D2D5-1C25-41F7-91C5-A575937D23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13" y="1826008"/>
            <a:ext cx="10850880" cy="365760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Second level for chart subtitle</a:t>
            </a:r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5F384281-9885-4DF1-AB32-7D6D158EC4B8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70560" y="2286000"/>
            <a:ext cx="10861040" cy="3657600"/>
          </a:xfrm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806C5A9-06E4-4EA0-A5AC-FD02E44C15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6171250"/>
            <a:ext cx="10850880" cy="212366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spcBef>
                <a:spcPts val="267"/>
              </a:spcBef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Add footnote, source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2C435-71F6-4068-8A4B-8C697C1529D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E2E98BC-DE85-4ABD-84DB-1BD75150E1BA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C25F0-DFF8-436D-8252-A061A91C145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2353F-0202-40BD-B19D-D4C9B9A0C62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B3C7C1-99C7-46EF-8247-FA3C97B6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14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8365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Table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E4099E12-93CF-4238-950D-B699BBED1B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FAF8700-F002-4A2F-B04A-6FE90BE6FD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615" y="1463943"/>
            <a:ext cx="10850880" cy="3657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rgbClr val="00148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table TITLE, CALIBRI, 18PT, BOLD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BF897FA-2891-4141-ADA3-1B87FB5BC5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13" y="1826008"/>
            <a:ext cx="10850880" cy="365760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Second level for table subtitle</a:t>
            </a:r>
          </a:p>
        </p:txBody>
      </p:sp>
      <p:sp>
        <p:nvSpPr>
          <p:cNvPr id="18" name="Table Placeholder 4">
            <a:extLst>
              <a:ext uri="{FF2B5EF4-FFF2-40B4-BE49-F238E27FC236}">
                <a16:creationId xmlns:a16="http://schemas.microsoft.com/office/drawing/2014/main" id="{2EA10139-92DE-45F7-A9D8-ABD6CC72C084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70560" y="2286000"/>
            <a:ext cx="10867987" cy="3657600"/>
          </a:xfrm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347BBFB3-3E66-4180-AF12-56CA7F7553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6171250"/>
            <a:ext cx="10850880" cy="212366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spcBef>
                <a:spcPts val="267"/>
              </a:spcBef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Add footnote, source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2C66BA-D565-4011-B0A4-9903204CC06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D33294C6-A4B9-431B-AA54-6E1412774E9B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8657A-366F-45A8-9F2D-9FBE15E1247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4FFD5-60B8-4C56-97EB-599229FD90B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78DA13-52C4-4A1D-BD59-DC0D557C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14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4825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marL="5035425" indent="0" algn="l">
              <a:tabLst/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8B7A96-E0C8-46F1-B070-891752D196D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D57305E-F709-4E9E-B399-8D21F2A51F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C73EADF8-32AF-409A-AD0A-3134A5D09D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0559" y="1882587"/>
            <a:ext cx="5096255" cy="4335332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9AEB25F-FA40-4727-8C63-0FB00C65B1F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E3F27D6-5AB9-4FDB-A20C-E44F2284AF59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0517F6-6DC6-4EDB-A0A3-3A25D9B2A02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E4568D-868E-42F7-926A-483A8A7B381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9B87BA-CB3B-4626-87FF-39721BA3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5096253" cy="520701"/>
          </a:xfrm>
        </p:spPr>
        <p:txBody>
          <a:bodyPr/>
          <a:lstStyle>
            <a:lvl1pPr>
              <a:defRPr>
                <a:solidFill>
                  <a:srgbClr val="0014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65782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0" rIns="0" anchor="ctr" anchorCtr="0"/>
          <a:lstStyle>
            <a:lvl1pPr marL="927077" indent="0" algn="l">
              <a:tabLst/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7FC738-9BF3-4608-8B8E-05D0C5B5F6D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273392E-BE16-4C3F-A463-7A7FC6BEE0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5185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679F6DF-FEFB-4C1A-A396-814197C11D8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25182" y="1882587"/>
            <a:ext cx="5096255" cy="4335332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552E6A-42EF-4270-B9A7-98DFF9C26B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C27043B0-5886-4F0A-80D8-0107E4CDA59D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74A17B-B0E6-4C29-8975-C906D924799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86EBC0-A4B4-49A9-8E69-797CFD88D05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E04E43-6321-44FE-86E3-92363113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181" y="759459"/>
            <a:ext cx="5096259" cy="520701"/>
          </a:xfrm>
        </p:spPr>
        <p:txBody>
          <a:bodyPr/>
          <a:lstStyle>
            <a:lvl1pPr>
              <a:defRPr>
                <a:solidFill>
                  <a:srgbClr val="0014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7258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2773AC-CB5F-4692-8614-145FCB812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rgbClr val="22273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95818-CAA3-49D4-822D-78FB55358F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76E0B3B-7872-44D4-B1F0-0A8ADB51E2FB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4A984-8C41-4A18-A4AB-486817760C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13B2C-626A-4182-93CD-E777AFAD57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BE9E2-7A7D-4BED-96F2-45B5703A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14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574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9B04E-CEBD-4F9E-A541-121DB0F54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20BA-C869-4B70-9321-FBF4E3405158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CBFE7-5E00-4725-92DC-113FE1B9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8BA52-5212-4BC3-9F12-DB299DFC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79805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Dark Blue">
    <p:bg bwMode="auto">
      <p:bgPr>
        <a:gradFill>
          <a:gsLst>
            <a:gs pos="0">
              <a:srgbClr val="FFF0AA"/>
            </a:gs>
            <a:gs pos="20000">
              <a:srgbClr val="FFD100">
                <a:alpha val="80000"/>
              </a:srgbClr>
            </a:gs>
            <a:gs pos="100000">
              <a:srgbClr val="FFD100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wrap="square"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rgbClr val="00148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rgbClr val="22273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5B31BE-5499-438F-8FC9-24D8712E9F2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rgbClr val="22273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9463D-7256-4F94-B053-694230DD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222731"/>
                </a:solidFill>
              </a:defRPr>
            </a:lvl1pPr>
          </a:lstStyle>
          <a:p>
            <a:fld id="{10371D01-0526-4002-B34C-9D4A9C73B7A7}" type="datetime5">
              <a:rPr lang="en-US" smtClean="0"/>
              <a:pPr/>
              <a:t>29-Sep-25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65850-E065-46A5-AFAB-25EE1243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22731"/>
                </a:solidFill>
              </a:defRPr>
            </a:lvl1pPr>
          </a:lstStyle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E02CAF-4CC0-4859-963B-FC187D3C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2273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04054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rgbClr val="00148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rgbClr val="22273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F2FEF2-FECD-4ED1-BD47-FF58F25B75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8435C-7AB2-499D-B9D2-7646859B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4565-E794-48DA-B884-2B66FC38042E}" type="datetime5">
              <a:rPr lang="en-US" sz="1333" smtClean="0"/>
              <a:t>29-Sep-25</a:t>
            </a:fld>
            <a:endParaRPr lang="en-IN" sz="1333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53D83-DC20-4A71-BEBA-E5BD8133D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FF502C7-63A6-4765-B23E-CD59D755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21532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Solid Background">
    <p:bg bwMode="auto">
      <p:bgPr>
        <a:gradFill>
          <a:gsLst>
            <a:gs pos="0">
              <a:srgbClr val="FFF0AA"/>
            </a:gs>
            <a:gs pos="20000">
              <a:srgbClr val="FFD100">
                <a:alpha val="80000"/>
              </a:srgbClr>
            </a:gs>
            <a:gs pos="100000">
              <a:srgbClr val="FFD100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828800" y="2011680"/>
            <a:ext cx="9144000" cy="356616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200" b="0">
                <a:solidFill>
                  <a:srgbClr val="222731"/>
                </a:solidFill>
                <a:latin typeface="+mj-lt"/>
              </a:defRPr>
            </a:lvl1pPr>
            <a:lvl2pPr marL="1828754" indent="-304792" algn="l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–"/>
              <a:defRPr sz="2400">
                <a:solidFill>
                  <a:srgbClr val="22273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quote text</a:t>
            </a:r>
          </a:p>
          <a:p>
            <a:pPr lvl="1"/>
            <a:r>
              <a:rPr lang="en-US"/>
              <a:t>Second level for attribution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501EA9-08EC-4F43-BB57-5CF4837F22E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rgbClr val="22273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D6453-5C41-4AA1-8206-B28E31B4B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222731"/>
                </a:solidFill>
              </a:defRPr>
            </a:lvl1pPr>
          </a:lstStyle>
          <a:p>
            <a:fld id="{108A7FBD-4942-41CA-AF3E-2D1EAECD6C7B}" type="datetime5">
              <a:rPr lang="en-US" smtClean="0"/>
              <a:pPr/>
              <a:t>29-Sep-25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15091-8BEE-4EAD-A12E-FE3FD48546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222731"/>
                </a:solidFill>
              </a:defRPr>
            </a:lvl1pPr>
          </a:lstStyle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7B97B-43D6-430D-9C83-B8A0A56555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22273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01493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 bwMode="auto">
      <p:bgPr>
        <a:gradFill>
          <a:gsLst>
            <a:gs pos="0">
              <a:srgbClr val="FFF0AA"/>
            </a:gs>
            <a:gs pos="20000">
              <a:srgbClr val="FFD100">
                <a:alpha val="80000"/>
              </a:srgbClr>
            </a:gs>
            <a:gs pos="100000">
              <a:srgbClr val="FFD100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3255" y="1608463"/>
            <a:ext cx="3345492" cy="364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6290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Blue">
    <p:bg bwMode="auto">
      <p:bgPr>
        <a:gradFill>
          <a:gsLst>
            <a:gs pos="0">
              <a:srgbClr val="FFF0AA"/>
            </a:gs>
            <a:gs pos="20000">
              <a:srgbClr val="FFD100">
                <a:alpha val="80000"/>
              </a:srgbClr>
            </a:gs>
            <a:gs pos="100000">
              <a:srgbClr val="FFD100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BE25BFE-C141-9744-B07B-AF2EDC4463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4190" y="1253124"/>
            <a:ext cx="5043620" cy="435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5852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9D5804C8-119A-4621-B885-F0B59F0C2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451" y="1418928"/>
            <a:ext cx="3670853" cy="399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52205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CA73EC50-27B9-4304-8A26-2A1CE79D62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347" y="524540"/>
            <a:ext cx="6313544" cy="581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9485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Lo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0561" y="800101"/>
            <a:ext cx="10850881" cy="48006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1" y="1463040"/>
            <a:ext cx="10850880" cy="4754880"/>
          </a:xfrm>
        </p:spPr>
        <p:txBody>
          <a:bodyPr/>
          <a:lstStyle>
            <a:lvl1pPr>
              <a:spcBef>
                <a:spcPts val="1800"/>
              </a:spcBef>
              <a:defRPr sz="2133" b="0">
                <a:solidFill>
                  <a:schemeClr val="tx1"/>
                </a:solidFill>
                <a:latin typeface="+mn-lt"/>
              </a:defRPr>
            </a:lvl1pPr>
            <a:lvl2pPr>
              <a:defRPr sz="1867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0BB469F-5963-41EE-862C-3D8AFB9BBB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2" y="451287"/>
            <a:ext cx="6989233" cy="333489"/>
          </a:xfrm>
        </p:spPr>
        <p:txBody>
          <a:bodyPr>
            <a:spAutoFit/>
          </a:bodyPr>
          <a:lstStyle>
            <a:lvl1pPr>
              <a:defRPr sz="1867" b="0" cap="all" spc="200" baseline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8D29231-A780-1241-9C6B-62282C490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98897" y="6356351"/>
            <a:ext cx="1584960" cy="365125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1333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4CE5041-2004-E340-BEB0-A54DB1C3E720}" type="datetime4">
              <a:rPr lang="en-US" smtClean="0">
                <a:solidFill>
                  <a:srgbClr val="000000"/>
                </a:solidFill>
              </a:rPr>
              <a:t>September 29, 2025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21BDC7E-03BA-D64E-AB41-2B012173A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19295" y="6356351"/>
            <a:ext cx="5974080" cy="365125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333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rgbClr val="000000"/>
                </a:solidFill>
              </a:rPr>
              <a:t>Enter title via "insert&gt;header and footer&gt;footer" |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9A8C86-F86B-2949-BBCE-CE3999958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053" y="6438012"/>
            <a:ext cx="390144" cy="283464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ctr">
              <a:defRPr sz="1333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2885E78-1F86-4A3D-9EE1-B0103B1CEF1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19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66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759459"/>
            <a:ext cx="10850880" cy="520701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42C3B-6191-4FCC-892C-38AF4234E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790700"/>
            <a:ext cx="10861040" cy="4385733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17">
            <a:extLst>
              <a:ext uri="{FF2B5EF4-FFF2-40B4-BE49-F238E27FC236}">
                <a16:creationId xmlns:a16="http://schemas.microsoft.com/office/drawing/2014/main" id="{B0C0A961-4760-478B-92D9-DFE0D6E83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2520" y="6419109"/>
            <a:ext cx="554360" cy="366183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r">
              <a:defRPr sz="9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D44F0-9262-4CAF-B936-25EE51300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39400" y="6419109"/>
            <a:ext cx="800099" cy="366183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933">
                <a:solidFill>
                  <a:schemeClr val="tx1"/>
                </a:solidFill>
              </a:defRPr>
            </a:lvl1pPr>
          </a:lstStyle>
          <a:p>
            <a:fld id="{806C7A4E-41A1-4977-86DB-49FD01D605AC}" type="datetime5">
              <a:rPr lang="en-US" smtClean="0"/>
              <a:t>29-Sep-25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E1BE93-1370-C17F-1BEC-2A5095490CC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344073"/>
            <a:ext cx="5082732" cy="374235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The sensor housing, </a:t>
            </a:r>
            <a:r>
              <a:rPr lang="en-US" sz="933" kern="1200" err="1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FreeStyle</a:t>
            </a: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, Libre, and related brand marks are marks of Abbott.</a:t>
            </a:r>
          </a:p>
          <a:p>
            <a:pPr>
              <a:spcBef>
                <a:spcPts val="0"/>
              </a:spcBef>
            </a:pPr>
            <a:r>
              <a:rPr lang="en-US" sz="933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Proprietary and confidential — do not distribute. ADC-XXXXX v1.0</a:t>
            </a:r>
          </a:p>
        </p:txBody>
      </p:sp>
    </p:spTree>
    <p:extLst>
      <p:ext uri="{BB962C8B-B14F-4D97-AF65-F5344CB8AC3E}">
        <p14:creationId xmlns:p14="http://schemas.microsoft.com/office/powerpoint/2010/main" val="1944435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</p:sldLayoutIdLst>
  <p:hf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4000" b="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133" b="0" kern="12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226478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67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533387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–"/>
        <a:defRPr sz="16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768331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992693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»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F26B43"/>
          </p15:clr>
        </p15:guide>
        <p15:guide id="2" pos="5448">
          <p15:clr>
            <a:srgbClr val="F26B43"/>
          </p15:clr>
        </p15:guide>
        <p15:guide id="3" orient="horz" pos="684">
          <p15:clr>
            <a:srgbClr val="F26B43"/>
          </p15:clr>
        </p15:guide>
        <p15:guide id="4" orient="horz" pos="3156">
          <p15:clr>
            <a:srgbClr val="F26B43"/>
          </p15:clr>
        </p15:guide>
        <p15:guide id="5" orient="horz" pos="2964">
          <p15:clr>
            <a:srgbClr val="F26B43"/>
          </p15:clr>
        </p15:guide>
        <p15:guide id="6" pos="2880">
          <p15:clr>
            <a:srgbClr val="F26B43"/>
          </p15:clr>
        </p15:guide>
        <p15:guide id="7" orient="horz" pos="1620">
          <p15:clr>
            <a:srgbClr val="F26B43"/>
          </p15:clr>
        </p15:guide>
        <p15:guide id="8" orient="horz" pos="840">
          <p15:clr>
            <a:srgbClr val="F26B43"/>
          </p15:clr>
        </p15:guide>
        <p15:guide id="9" orient="horz" pos="1080">
          <p15:clr>
            <a:srgbClr val="F26B43"/>
          </p15:clr>
        </p15:guide>
        <p15:guide id="10" orient="horz" pos="11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759459"/>
            <a:ext cx="10850880" cy="520701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42C3B-6191-4FCC-892C-38AF4234E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482166"/>
            <a:ext cx="10861040" cy="469426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64E22B-AE9E-442B-AA5F-E8AC6B0E3B7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BCBFA1EE-BECD-4887-AC0A-41F4CAF81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11" name="Slide Number Placeholder 17">
            <a:extLst>
              <a:ext uri="{FF2B5EF4-FFF2-40B4-BE49-F238E27FC236}">
                <a16:creationId xmlns:a16="http://schemas.microsoft.com/office/drawing/2014/main" id="{B0C0A961-4760-478B-92D9-DFE0D6E83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D44F0-9262-4CAF-B936-25EE51300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/>
                </a:solidFill>
              </a:defRPr>
            </a:lvl1pPr>
          </a:lstStyle>
          <a:p>
            <a:fld id="{AA47DF73-3C1E-4206-AAAA-3F057212F0E5}" type="datetime5">
              <a:rPr lang="en-US" sz="1333" smtClean="0"/>
              <a:t>29-Sep-25</a:t>
            </a:fld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2285952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67" b="0" kern="1200" cap="none" spc="0" baseline="0">
          <a:solidFill>
            <a:srgbClr val="001489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133" b="0" kern="12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226478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67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533387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–"/>
        <a:defRPr sz="16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768331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992693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»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F26B43"/>
          </p15:clr>
        </p15:guide>
        <p15:guide id="2" pos="5448">
          <p15:clr>
            <a:srgbClr val="F26B43"/>
          </p15:clr>
        </p15:guide>
        <p15:guide id="3" orient="horz" pos="168">
          <p15:clr>
            <a:srgbClr val="F26B43"/>
          </p15:clr>
        </p15:guide>
        <p15:guide id="4" orient="horz" pos="30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9" Type="http://schemas.openxmlformats.org/officeDocument/2006/relationships/image" Target="../media/image46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emf"/><Relationship Id="rId5" Type="http://schemas.openxmlformats.org/officeDocument/2006/relationships/package" Target="../embeddings/Microsoft_Excel_Worksheet_322703DA.xlsx"/><Relationship Id="rId4" Type="http://schemas.openxmlformats.org/officeDocument/2006/relationships/image" Target="../media/image4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FCE64D-1D78-1469-EE9D-18047C3BAD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59" y="4590297"/>
            <a:ext cx="6763172" cy="801471"/>
          </a:xfrm>
        </p:spPr>
        <p:txBody>
          <a:bodyPr/>
          <a:lstStyle/>
          <a:p>
            <a:r>
              <a:rPr lang="en-US"/>
              <a:t>Sept 2025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9AD311-DEA2-1A59-C335-3C719E10A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" y="3162070"/>
            <a:ext cx="5980407" cy="1999159"/>
          </a:xfrm>
        </p:spPr>
        <p:txBody>
          <a:bodyPr/>
          <a:lstStyle/>
          <a:p>
            <a:r>
              <a:rPr lang="en-US" sz="4400"/>
              <a:t>Project Neon – </a:t>
            </a:r>
            <a:br>
              <a:rPr lang="en-US" sz="4400"/>
            </a:br>
            <a:r>
              <a:rPr lang="en-US" sz="4400"/>
              <a:t>Workshop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C39F9B2-D4E7-528D-8F1A-FAC42CD6F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59" y="2291451"/>
            <a:ext cx="5425441" cy="640080"/>
          </a:xfrm>
        </p:spPr>
        <p:txBody>
          <a:bodyPr/>
          <a:lstStyle/>
          <a:p>
            <a:r>
              <a:rPr lang="en-US" err="1"/>
              <a:t>wEBSAMPLING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3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3B7B7-1535-3174-FE26-787494FFE1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91295" y="518484"/>
            <a:ext cx="5463812" cy="348813"/>
          </a:xfrm>
        </p:spPr>
        <p:txBody>
          <a:bodyPr/>
          <a:lstStyle/>
          <a:p>
            <a:r>
              <a:rPr lang="en-US"/>
              <a:t>Project neon workshop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1C2335-E5EA-B5B8-A7DD-948C14B66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133" y="922343"/>
            <a:ext cx="5892155" cy="520701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96286-2AA3-E4A8-8775-38F380FE8D7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2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47323F-AFFC-BF57-25C9-2E37B8DE53CF}"/>
              </a:ext>
            </a:extLst>
          </p:cNvPr>
          <p:cNvSpPr txBox="1"/>
          <p:nvPr/>
        </p:nvSpPr>
        <p:spPr>
          <a:xfrm>
            <a:off x="5091295" y="1697807"/>
            <a:ext cx="5551153" cy="203132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b="1"/>
              <a:t>Day 1 Overview (15 minutes)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/>
              <a:t>Objective</a:t>
            </a:r>
            <a:r>
              <a:rPr lang="en-US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/>
              <a:t>Global Market Insights and</a:t>
            </a:r>
            <a:r>
              <a:rPr lang="en-US"/>
              <a:t> </a:t>
            </a:r>
            <a:r>
              <a:rPr lang="en-US" b="1"/>
              <a:t>Research</a:t>
            </a:r>
            <a:endParaRPr 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/>
              <a:t>Latest Data </a:t>
            </a:r>
            <a:r>
              <a:rPr lang="en-US"/>
              <a:t>on </a:t>
            </a:r>
            <a:r>
              <a:rPr lang="en-US" err="1"/>
              <a:t>Websampling</a:t>
            </a:r>
            <a:r>
              <a:rPr lang="en-US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u="sng"/>
              <a:t>CURRENT</a:t>
            </a:r>
            <a:r>
              <a:rPr lang="en-US"/>
              <a:t> Customer Journey – Project Carbon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u="sng"/>
              <a:t>NEW</a:t>
            </a:r>
            <a:r>
              <a:rPr lang="en-US"/>
              <a:t> Customer Journey – Project Neon </a:t>
            </a:r>
          </a:p>
          <a:p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6EE9C84-954E-61FF-5BFA-D4F4176B5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916566"/>
              </p:ext>
            </p:extLst>
          </p:nvPr>
        </p:nvGraphicFramePr>
        <p:xfrm>
          <a:off x="4850975" y="3804377"/>
          <a:ext cx="6795905" cy="1863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80">
                  <a:extLst>
                    <a:ext uri="{9D8B030D-6E8A-4147-A177-3AD203B41FA5}">
                      <a16:colId xmlns:a16="http://schemas.microsoft.com/office/drawing/2014/main" val="4228523345"/>
                    </a:ext>
                  </a:extLst>
                </a:gridCol>
                <a:gridCol w="1061190">
                  <a:extLst>
                    <a:ext uri="{9D8B030D-6E8A-4147-A177-3AD203B41FA5}">
                      <a16:colId xmlns:a16="http://schemas.microsoft.com/office/drawing/2014/main" val="557892718"/>
                    </a:ext>
                  </a:extLst>
                </a:gridCol>
                <a:gridCol w="4288835">
                  <a:extLst>
                    <a:ext uri="{9D8B030D-6E8A-4147-A177-3AD203B41FA5}">
                      <a16:colId xmlns:a16="http://schemas.microsoft.com/office/drawing/2014/main" val="2153770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Topics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66142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Day 1 </a:t>
                      </a:r>
                    </a:p>
                    <a:p>
                      <a:pPr algn="ctr"/>
                      <a:r>
                        <a:rPr lang="en-US" sz="1600" b="1"/>
                        <a:t>(Monday)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Session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2:15pm – 3pm</a:t>
                      </a:r>
                      <a:r>
                        <a:rPr lang="en-US" sz="1600"/>
                        <a:t>: Opt-In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682903"/>
                  </a:ext>
                </a:extLst>
              </a:tr>
              <a:tr h="3804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Session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3 - 4pm: </a:t>
                      </a:r>
                      <a:r>
                        <a:rPr lang="en-US" sz="1600"/>
                        <a:t>Frequency, Backend Flow, Virtual Forge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3436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Day 2 </a:t>
                      </a:r>
                    </a:p>
                    <a:p>
                      <a:pPr algn="ctr"/>
                      <a:r>
                        <a:rPr lang="en-US" sz="1600" b="1"/>
                        <a:t>(Tuesday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Session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2- 3pm: </a:t>
                      </a:r>
                      <a:r>
                        <a:rPr lang="en-US" sz="1600"/>
                        <a:t>Opt-Out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9182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Session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3 – 4pm: </a:t>
                      </a:r>
                      <a:r>
                        <a:rPr lang="en-US" sz="1600"/>
                        <a:t>Packing Slip Options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874081"/>
                  </a:ext>
                </a:extLst>
              </a:tr>
            </a:tbl>
          </a:graphicData>
        </a:graphic>
      </p:graphicFrame>
      <p:pic>
        <p:nvPicPr>
          <p:cNvPr id="1026" name="Picture 2" descr="FreeStyle Libre sensor and app">
            <a:extLst>
              <a:ext uri="{FF2B5EF4-FFF2-40B4-BE49-F238E27FC236}">
                <a16:creationId xmlns:a16="http://schemas.microsoft.com/office/drawing/2014/main" id="{42991124-FBC6-AB8D-886E-45662AC31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680" y="1387708"/>
            <a:ext cx="2861458" cy="384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1FB668-CA8C-DE13-09FF-9D1B30819D72}"/>
              </a:ext>
            </a:extLst>
          </p:cNvPr>
          <p:cNvCxnSpPr/>
          <p:nvPr/>
        </p:nvCxnSpPr>
        <p:spPr>
          <a:xfrm>
            <a:off x="4368800" y="416884"/>
            <a:ext cx="0" cy="5516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69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170247-3A93-0D5B-00CF-D9B6D170C5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OVERVIEW OF Project Neon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DAE19-F4AB-41C2-441B-08D14E7CA9B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2119CD-3B2D-4CEB-B404-D2E3F8CD6D69}" type="slidenum">
              <a:rPr kumimoji="0" lang="en-IN" sz="933" b="0" i="0" u="none" strike="noStrike" kern="1200" cap="none" spc="0" normalizeH="0" baseline="0" noProof="0" smtClean="0">
                <a:ln>
                  <a:noFill/>
                </a:ln>
                <a:solidFill>
                  <a:srgbClr val="D9D9D6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933" b="0" i="0" u="none" strike="noStrike" kern="1200" cap="none" spc="0" normalizeH="0" baseline="0" noProof="0">
              <a:ln>
                <a:noFill/>
              </a:ln>
              <a:solidFill>
                <a:srgbClr val="D9D9D6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110B8D-0474-6A7A-A0BE-E72BCFD6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2" y="1708528"/>
            <a:ext cx="9965808" cy="1054992"/>
          </a:xfrm>
        </p:spPr>
        <p:txBody>
          <a:bodyPr/>
          <a:lstStyle/>
          <a:p>
            <a:r>
              <a:rPr lang="en-US" sz="2800" b="1">
                <a:solidFill>
                  <a:srgbClr val="FFD100"/>
                </a:solidFill>
              </a:rPr>
              <a:t>Project Carbon: </a:t>
            </a:r>
            <a:r>
              <a:rPr lang="en-US" sz="2800"/>
              <a:t>Allow HCPs to re-order web samples via the current website form + open form. HCP needs to continually fill out form &amp; </a:t>
            </a:r>
            <a:r>
              <a:rPr lang="en-US" sz="2800" err="1"/>
              <a:t>TsCs</a:t>
            </a:r>
            <a:r>
              <a:rPr lang="en-US" sz="2800"/>
              <a:t> to get samples.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AF77D0B-9B16-40E5-1C1A-1187D712646F}"/>
              </a:ext>
            </a:extLst>
          </p:cNvPr>
          <p:cNvSpPr txBox="1">
            <a:spLocks/>
          </p:cNvSpPr>
          <p:nvPr/>
        </p:nvSpPr>
        <p:spPr>
          <a:xfrm>
            <a:off x="670562" y="3874032"/>
            <a:ext cx="9965808" cy="948570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kern="1200" cap="none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D1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Project Neon: </a:t>
            </a:r>
            <a:r>
              <a:rPr lang="en-US" sz="2800">
                <a:solidFill>
                  <a:prstClr val="white"/>
                </a:solidFill>
                <a:latin typeface="Calibri"/>
              </a:rPr>
              <a:t>Allow for friction-less subscription model of samples for HCPs while ensuring we maintain compliant with Legal/OEC. 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F40171DA-7C8F-346D-CB44-1723B91D7DEF}"/>
              </a:ext>
            </a:extLst>
          </p:cNvPr>
          <p:cNvSpPr txBox="1">
            <a:spLocks/>
          </p:cNvSpPr>
          <p:nvPr/>
        </p:nvSpPr>
        <p:spPr>
          <a:xfrm>
            <a:off x="670562" y="2925462"/>
            <a:ext cx="9965808" cy="948570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kern="1200" cap="none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vs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00C8CAF-24A4-DDB0-73EC-42481EFE7BB8}"/>
              </a:ext>
            </a:extLst>
          </p:cNvPr>
          <p:cNvSpPr txBox="1">
            <a:spLocks/>
          </p:cNvSpPr>
          <p:nvPr/>
        </p:nvSpPr>
        <p:spPr>
          <a:xfrm>
            <a:off x="670562" y="5470539"/>
            <a:ext cx="9965808" cy="948570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kern="1200" cap="none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srgbClr val="FFD1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*HCP Criteria remains the same between Carbon and Neon</a:t>
            </a:r>
            <a:endParaRPr kumimoji="0" lang="en-US" sz="16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766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9246A-1C3F-28C9-239B-9D4CAC2D4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265" y="135466"/>
            <a:ext cx="10850880" cy="640080"/>
          </a:xfrm>
        </p:spPr>
        <p:txBody>
          <a:bodyPr/>
          <a:lstStyle/>
          <a:p>
            <a:r>
              <a:rPr lang="en-US" sz="1600" b="0"/>
              <a:t>Web sampling dashboard as of 9/26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57761-09F1-D062-6D48-8DA6E0A88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71D01-0526-4002-B34C-9D4A9C73B7A7}" type="datetime5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29-Sep-25</a:t>
            </a:fld>
            <a:endParaRPr kumimoji="0" lang="en-IN" sz="13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DB7BD-BEF7-FF98-8B60-E9442127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Enter title via "insert&gt;header and footer&gt;footer"  |  </a:t>
            </a:r>
            <a:endParaRPr kumimoji="0" lang="en-IN" sz="13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55158-A8E5-7C74-22E7-11A6A6F66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|    </a:t>
            </a:r>
            <a:fld id="{7B2119CD-3B2D-4CEB-B404-D2E3F8CD6D69}" type="slidenum">
              <a:rPr kumimoji="0" lang="en-IN" sz="1333" b="0" i="0" u="none" strike="noStrike" kern="1200" cap="none" spc="0" normalizeH="0" baseline="0" noProof="0" smtClean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3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5C24A-E40E-A88E-30E9-1ACB085C1608}"/>
              </a:ext>
            </a:extLst>
          </p:cNvPr>
          <p:cNvSpPr txBox="1"/>
          <p:nvPr/>
        </p:nvSpPr>
        <p:spPr>
          <a:xfrm>
            <a:off x="641029" y="3838604"/>
            <a:ext cx="278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Unique HCPs </a:t>
            </a:r>
          </a:p>
          <a:p>
            <a:pPr algn="ctr"/>
            <a:r>
              <a:rPr lang="en-US" b="1">
                <a:latin typeface="+mj-lt"/>
              </a:rPr>
              <a:t>Reached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211DE-3DEB-41D2-6177-5AAA68179EE0}"/>
              </a:ext>
            </a:extLst>
          </p:cNvPr>
          <p:cNvSpPr txBox="1"/>
          <p:nvPr/>
        </p:nvSpPr>
        <p:spPr>
          <a:xfrm>
            <a:off x="3304349" y="3922858"/>
            <a:ext cx="278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HCPs </a:t>
            </a:r>
          </a:p>
          <a:p>
            <a:pPr algn="ctr"/>
            <a:r>
              <a:rPr lang="en-US" b="1">
                <a:latin typeface="+mj-lt"/>
              </a:rPr>
              <a:t>Enrolled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57AFDA-84BE-F58F-711F-07F30E7C173F}"/>
              </a:ext>
            </a:extLst>
          </p:cNvPr>
          <p:cNvSpPr txBox="1"/>
          <p:nvPr/>
        </p:nvSpPr>
        <p:spPr>
          <a:xfrm>
            <a:off x="6179276" y="3911688"/>
            <a:ext cx="278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Samples </a:t>
            </a:r>
          </a:p>
          <a:p>
            <a:pPr algn="ctr"/>
            <a:r>
              <a:rPr lang="en-US" b="1">
                <a:latin typeface="+mj-lt"/>
              </a:rPr>
              <a:t>Distributed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C381CC-F32E-8406-6129-A362C8BD5B62}"/>
              </a:ext>
            </a:extLst>
          </p:cNvPr>
          <p:cNvSpPr txBox="1"/>
          <p:nvPr/>
        </p:nvSpPr>
        <p:spPr>
          <a:xfrm>
            <a:off x="8871091" y="3724686"/>
            <a:ext cx="278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Samples </a:t>
            </a:r>
          </a:p>
          <a:p>
            <a:pPr algn="ctr"/>
            <a:r>
              <a:rPr lang="en-US" b="1">
                <a:latin typeface="+mj-lt"/>
              </a:rPr>
              <a:t>Re-Ordered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E3F57B-D45D-BF93-3E40-EC88E836B3F1}"/>
              </a:ext>
            </a:extLst>
          </p:cNvPr>
          <p:cNvSpPr txBox="1"/>
          <p:nvPr/>
        </p:nvSpPr>
        <p:spPr>
          <a:xfrm>
            <a:off x="569127" y="2866393"/>
            <a:ext cx="2783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chemeClr val="accent5"/>
                </a:solidFill>
                <a:latin typeface="+mj-lt"/>
              </a:rPr>
              <a:t>~500M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4D3243-9BD5-817F-2F92-232CAD54999D}"/>
              </a:ext>
            </a:extLst>
          </p:cNvPr>
          <p:cNvSpPr txBox="1"/>
          <p:nvPr/>
        </p:nvSpPr>
        <p:spPr>
          <a:xfrm>
            <a:off x="3395436" y="2893689"/>
            <a:ext cx="2783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chemeClr val="accent5"/>
                </a:solidFill>
                <a:latin typeface="+mj-lt"/>
              </a:rPr>
              <a:t>1,922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1D5ED8-61C6-6205-5BCE-0134EACDB45B}"/>
              </a:ext>
            </a:extLst>
          </p:cNvPr>
          <p:cNvSpPr txBox="1"/>
          <p:nvPr/>
        </p:nvSpPr>
        <p:spPr>
          <a:xfrm>
            <a:off x="6128554" y="2893689"/>
            <a:ext cx="2783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chemeClr val="accent5"/>
                </a:solidFill>
                <a:latin typeface="+mj-lt"/>
              </a:rPr>
              <a:t>18,544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C95744-EB66-0D97-933A-CB80A9E6BB78}"/>
              </a:ext>
            </a:extLst>
          </p:cNvPr>
          <p:cNvSpPr txBox="1"/>
          <p:nvPr/>
        </p:nvSpPr>
        <p:spPr>
          <a:xfrm>
            <a:off x="8793979" y="2893689"/>
            <a:ext cx="2783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chemeClr val="accent5"/>
                </a:solidFill>
                <a:latin typeface="+mj-lt"/>
              </a:rPr>
              <a:t>201</a:t>
            </a:r>
          </a:p>
        </p:txBody>
      </p:sp>
      <p:pic>
        <p:nvPicPr>
          <p:cNvPr id="20" name="Graphic 19" descr="Doctor female with solid fill">
            <a:extLst>
              <a:ext uri="{FF2B5EF4-FFF2-40B4-BE49-F238E27FC236}">
                <a16:creationId xmlns:a16="http://schemas.microsoft.com/office/drawing/2014/main" id="{986989D5-1B4C-D26B-CA1E-606408262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352" y="1276900"/>
            <a:ext cx="1553865" cy="1553865"/>
          </a:xfrm>
          <a:prstGeom prst="rect">
            <a:avLst/>
          </a:prstGeom>
        </p:spPr>
      </p:pic>
      <p:pic>
        <p:nvPicPr>
          <p:cNvPr id="22" name="Graphic 21" descr="Send with solid fill">
            <a:extLst>
              <a:ext uri="{FF2B5EF4-FFF2-40B4-BE49-F238E27FC236}">
                <a16:creationId xmlns:a16="http://schemas.microsoft.com/office/drawing/2014/main" id="{FECA1418-735C-285E-AD46-0F50BF3401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3361" y="1546005"/>
            <a:ext cx="1179175" cy="1179175"/>
          </a:xfrm>
          <a:prstGeom prst="rect">
            <a:avLst/>
          </a:prstGeom>
        </p:spPr>
      </p:pic>
      <p:pic>
        <p:nvPicPr>
          <p:cNvPr id="24" name="Graphic 23" descr="Box with solid fill">
            <a:extLst>
              <a:ext uri="{FF2B5EF4-FFF2-40B4-BE49-F238E27FC236}">
                <a16:creationId xmlns:a16="http://schemas.microsoft.com/office/drawing/2014/main" id="{01961612-D8C2-9DCD-841D-C77EB63881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46632" y="1546005"/>
            <a:ext cx="1347684" cy="1347684"/>
          </a:xfrm>
          <a:prstGeom prst="rect">
            <a:avLst/>
          </a:prstGeom>
        </p:spPr>
      </p:pic>
      <p:pic>
        <p:nvPicPr>
          <p:cNvPr id="26" name="Graphic 25" descr="Continuous Improvement with solid fill">
            <a:extLst>
              <a:ext uri="{FF2B5EF4-FFF2-40B4-BE49-F238E27FC236}">
                <a16:creationId xmlns:a16="http://schemas.microsoft.com/office/drawing/2014/main" id="{140EDCAB-F8A4-9BA7-AB31-B11C848AE9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21959" y="1294764"/>
            <a:ext cx="1682104" cy="168210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4618C60-C0E5-EF06-C81A-0EADC4E1C374}"/>
              </a:ext>
            </a:extLst>
          </p:cNvPr>
          <p:cNvSpPr/>
          <p:nvPr/>
        </p:nvSpPr>
        <p:spPr>
          <a:xfrm>
            <a:off x="2844799" y="5085074"/>
            <a:ext cx="6117903" cy="7412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4"/>
                </a:solidFill>
              </a:rPr>
              <a:t>Reach Goal: </a:t>
            </a:r>
            <a:r>
              <a:rPr lang="en-US"/>
              <a:t>Expand Web-sampling to all NCO audience</a:t>
            </a:r>
          </a:p>
          <a:p>
            <a:pPr algn="ctr"/>
            <a:r>
              <a:rPr lang="en-US"/>
              <a:t>60M </a:t>
            </a:r>
            <a:r>
              <a:rPr lang="en-US">
                <a:sym typeface="Wingdings" panose="05000000000000000000" pitchFamily="2" charset="2"/>
              </a:rPr>
              <a:t> 500M over 6months</a:t>
            </a:r>
            <a:endParaRPr lang="en-US"/>
          </a:p>
        </p:txBody>
      </p: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975B8233-2379-5F35-6A85-4038F8BE4BD3}"/>
              </a:ext>
            </a:extLst>
          </p:cNvPr>
          <p:cNvSpPr/>
          <p:nvPr/>
        </p:nvSpPr>
        <p:spPr>
          <a:xfrm rot="20776535">
            <a:off x="2539999" y="4862379"/>
            <a:ext cx="609600" cy="517901"/>
          </a:xfrm>
          <a:prstGeom prst="star5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2F584C24-0774-8F29-38F9-C9E9E8CCB3A2}"/>
              </a:ext>
            </a:extLst>
          </p:cNvPr>
          <p:cNvSpPr txBox="1">
            <a:spLocks/>
          </p:cNvSpPr>
          <p:nvPr/>
        </p:nvSpPr>
        <p:spPr bwMode="gray">
          <a:xfrm>
            <a:off x="253183" y="5581100"/>
            <a:ext cx="10850880" cy="6400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2400" b="1" kern="1200" cap="all" spc="200" baseline="0">
                <a:solidFill>
                  <a:srgbClr val="22273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609585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917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2133" b="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754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67" b="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8339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67" b="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924" indent="0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/>
              <a:t>Internal Goal of 10M Sensor Samples! </a:t>
            </a:r>
          </a:p>
        </p:txBody>
      </p:sp>
    </p:spTree>
    <p:extLst>
      <p:ext uri="{BB962C8B-B14F-4D97-AF65-F5344CB8AC3E}">
        <p14:creationId xmlns:p14="http://schemas.microsoft.com/office/powerpoint/2010/main" val="2273135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0DEBC2-00BA-62F2-BEFF-843878F465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Sept 2025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33020E-5E42-8895-6319-C6715ECB0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440" y="3244427"/>
            <a:ext cx="9092005" cy="1497391"/>
          </a:xfrm>
        </p:spPr>
        <p:txBody>
          <a:bodyPr/>
          <a:lstStyle/>
          <a:p>
            <a:r>
              <a:rPr lang="en-US"/>
              <a:t>HCP Web Sampling</a:t>
            </a:r>
            <a:br>
              <a:rPr lang="en-US"/>
            </a:br>
            <a:r>
              <a:rPr lang="en-US"/>
              <a:t>Research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B892D5F-23FC-32D7-F6AB-56A365AB3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60" y="2380426"/>
            <a:ext cx="10850881" cy="640080"/>
          </a:xfrm>
        </p:spPr>
        <p:txBody>
          <a:bodyPr/>
          <a:lstStyle/>
          <a:p>
            <a:r>
              <a:rPr lang="en-US"/>
              <a:t>Global Market Insights	</a:t>
            </a:r>
          </a:p>
        </p:txBody>
      </p:sp>
    </p:spTree>
    <p:extLst>
      <p:ext uri="{BB962C8B-B14F-4D97-AF65-F5344CB8AC3E}">
        <p14:creationId xmlns:p14="http://schemas.microsoft.com/office/powerpoint/2010/main" val="2262669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92A52D-8E3E-78E5-15F4-F7F601C9DB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Objectives &amp; methodology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77F3CC-0A6E-D9C5-46B5-32720E6EC3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0824" y="1336863"/>
            <a:ext cx="10860616" cy="520700"/>
          </a:xfrm>
        </p:spPr>
        <p:txBody>
          <a:bodyPr/>
          <a:lstStyle/>
          <a:p>
            <a:r>
              <a:rPr lang="en-US"/>
              <a:t>Methodology and Sample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257E0F-ADDF-A479-A6B0-40E767F9B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 Sampling Research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88516-930C-4DB4-E53C-DCEA02FAD57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2119CD-3B2D-4CEB-B404-D2E3F8CD6D69}" type="slidenum">
              <a:rPr kumimoji="0" lang="en-IN" sz="933" b="0" i="0" u="none" strike="noStrike" kern="1200" cap="none" spc="0" normalizeH="0" baseline="0" noProof="0" smtClean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9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02999E8-CBA2-460E-BFA1-C8C98AFB47F7}"/>
              </a:ext>
            </a:extLst>
          </p:cNvPr>
          <p:cNvSpPr txBox="1">
            <a:spLocks/>
          </p:cNvSpPr>
          <p:nvPr/>
        </p:nvSpPr>
        <p:spPr>
          <a:xfrm>
            <a:off x="1842387" y="2284284"/>
            <a:ext cx="3876949" cy="2625847"/>
          </a:xfrm>
          <a:prstGeom prst="rect">
            <a:avLst/>
          </a:prstGeom>
        </p:spPr>
        <p:txBody>
          <a:bodyPr wrap="square" lIns="121920" tIns="121920" rIns="121920" bIns="12192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169863" indent="-1698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576263" indent="-1698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744538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1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Times New Roman" panose="02020603050405020304" pitchFamily="18" charset="0"/>
                <a:cs typeface="Calibri" panose="020F0502020204030204" pitchFamily="34" charset="0"/>
              </a:rPr>
              <a:t>Quantitative Survey implemented in the Diabetes Wellness Forum HCP Community</a:t>
            </a: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455073" marR="0" lvl="1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sz="1333" b="0" i="1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Times New Roman" panose="02020603050405020304" pitchFamily="18" charset="0"/>
                <a:cs typeface="+mn-cs"/>
              </a:rPr>
              <a:t>10-minute survey</a:t>
            </a:r>
          </a:p>
          <a:p>
            <a:pPr marL="455073" marR="0" lvl="1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en-US" sz="1333" b="0" i="1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Times New Roman" panose="02020603050405020304" pitchFamily="18" charset="0"/>
              <a:cs typeface="+mn-cs"/>
            </a:endParaRPr>
          </a:p>
          <a:p>
            <a:pPr marL="455073" marR="0" lvl="1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+mn-cs"/>
              </a:rPr>
              <a:t>September 3, 2025 – September 8, 2025</a:t>
            </a:r>
          </a:p>
          <a:p>
            <a:pPr marL="455073" marR="0" lvl="1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Times New Roman" panose="02020603050405020304" pitchFamily="18" charset="0"/>
              <a:cs typeface="+mn-cs"/>
            </a:endParaRPr>
          </a:p>
          <a:p>
            <a:pPr marL="455073" marR="0" lvl="1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Times New Roman" panose="02020603050405020304" pitchFamily="18" charset="0"/>
                <a:cs typeface="+mn-cs"/>
              </a:rPr>
              <a:t>A mixture of quantitative and open-end responses to various question types addressing key business questions pertaining to HCPs experience with sample requests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835EFF-DAC3-FFCB-1758-1CE1DA66B427}"/>
              </a:ext>
            </a:extLst>
          </p:cNvPr>
          <p:cNvSpPr/>
          <p:nvPr/>
        </p:nvSpPr>
        <p:spPr>
          <a:xfrm>
            <a:off x="806213" y="1857564"/>
            <a:ext cx="4913123" cy="3825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Methodology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7C6C00-910E-E9F9-67A6-63DFF4D7D4FE}"/>
              </a:ext>
            </a:extLst>
          </p:cNvPr>
          <p:cNvSpPr/>
          <p:nvPr/>
        </p:nvSpPr>
        <p:spPr>
          <a:xfrm>
            <a:off x="6416590" y="1857564"/>
            <a:ext cx="5151237" cy="382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Sample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645AA6A-B13E-9726-D1F7-DA58C0D0F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751991"/>
              </p:ext>
            </p:extLst>
          </p:nvPr>
        </p:nvGraphicFramePr>
        <p:xfrm>
          <a:off x="6433392" y="2334137"/>
          <a:ext cx="5104851" cy="282946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4447">
                  <a:extLst>
                    <a:ext uri="{9D8B030D-6E8A-4147-A177-3AD203B41FA5}">
                      <a16:colId xmlns:a16="http://schemas.microsoft.com/office/drawing/2014/main" val="2260548342"/>
                    </a:ext>
                  </a:extLst>
                </a:gridCol>
                <a:gridCol w="1023468">
                  <a:extLst>
                    <a:ext uri="{9D8B030D-6E8A-4147-A177-3AD203B41FA5}">
                      <a16:colId xmlns:a16="http://schemas.microsoft.com/office/drawing/2014/main" val="1457675888"/>
                    </a:ext>
                  </a:extLst>
                </a:gridCol>
                <a:gridCol w="1204973">
                  <a:extLst>
                    <a:ext uri="{9D8B030D-6E8A-4147-A177-3AD203B41FA5}">
                      <a16:colId xmlns:a16="http://schemas.microsoft.com/office/drawing/2014/main" val="2061364585"/>
                    </a:ext>
                  </a:extLst>
                </a:gridCol>
                <a:gridCol w="841963">
                  <a:extLst>
                    <a:ext uri="{9D8B030D-6E8A-4147-A177-3AD203B41FA5}">
                      <a16:colId xmlns:a16="http://schemas.microsoft.com/office/drawing/2014/main" val="3525902569"/>
                    </a:ext>
                  </a:extLst>
                </a:gridCol>
              </a:tblGrid>
              <a:tr h="391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6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CGM Rep Interaction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2118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Specialty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Called- On*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Non- Called-On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25134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600"/>
                        <a:t>Primary Care Physicians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71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731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731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109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66629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600"/>
                        <a:t>Endocrinologists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731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731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51588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600"/>
                        <a:t>Total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108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731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73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149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033606"/>
                  </a:ext>
                </a:extLst>
              </a:tr>
            </a:tbl>
          </a:graphicData>
        </a:graphic>
      </p:graphicFrame>
      <p:pic>
        <p:nvPicPr>
          <p:cNvPr id="11" name="Graphic 10" descr="Checklist with solid fill">
            <a:extLst>
              <a:ext uri="{FF2B5EF4-FFF2-40B4-BE49-F238E27FC236}">
                <a16:creationId xmlns:a16="http://schemas.microsoft.com/office/drawing/2014/main" id="{F7B3EA66-4D7B-8826-DD3A-9F8CED083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213" y="2334136"/>
            <a:ext cx="853440" cy="85344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0E3FE5B-0941-6069-A277-066F55D05C44}"/>
              </a:ext>
            </a:extLst>
          </p:cNvPr>
          <p:cNvSpPr/>
          <p:nvPr/>
        </p:nvSpPr>
        <p:spPr>
          <a:xfrm>
            <a:off x="806214" y="4954770"/>
            <a:ext cx="5151237" cy="382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Final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934BB1-AC7F-B881-2D52-B241E1ECF105}"/>
              </a:ext>
            </a:extLst>
          </p:cNvPr>
          <p:cNvSpPr txBox="1"/>
          <p:nvPr/>
        </p:nvSpPr>
        <p:spPr>
          <a:xfrm>
            <a:off x="8227354" y="5257580"/>
            <a:ext cx="34195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Statistical testing at 90% significance performed where base sizes &gt;30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C542EF39-AD2A-E03F-CC0C-592D6F5D4B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4632" y="5521137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570" imgH="771690" progId="Excel.Sheet.12">
                  <p:embed/>
                </p:oleObj>
              </mc:Choice>
              <mc:Fallback>
                <p:oleObj name="Worksheet" showAsIcon="1" r:id="rId5" imgW="914570" imgH="771690" progId="Excel.Sheet.12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C542EF39-AD2A-E03F-CC0C-592D6F5D4B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4632" y="5521137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0599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E1EFB4-3607-BE3B-1032-FF1D67561787}"/>
              </a:ext>
            </a:extLst>
          </p:cNvPr>
          <p:cNvSpPr/>
          <p:nvPr/>
        </p:nvSpPr>
        <p:spPr>
          <a:xfrm>
            <a:off x="166154" y="1349327"/>
            <a:ext cx="3869633" cy="500097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B38C0D5-0D4A-CB93-A84F-B80F8BA6AD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2" y="278190"/>
            <a:ext cx="7299063" cy="348813"/>
          </a:xfrm>
        </p:spPr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88516-930C-4DB4-E53C-DCEA02FAD5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092520" y="6293321"/>
            <a:ext cx="554360" cy="36618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2119CD-3B2D-4CEB-B404-D2E3F8CD6D69}" type="slidenum">
              <a:rPr kumimoji="0" lang="en-IN" sz="933" b="0" i="0" u="none" strike="noStrike" kern="1200" cap="none" spc="0" normalizeH="0" baseline="0" noProof="0" smtClean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9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E5FD8A-F702-2DF9-5D45-B87E793C369B}"/>
              </a:ext>
            </a:extLst>
          </p:cNvPr>
          <p:cNvSpPr txBox="1"/>
          <p:nvPr/>
        </p:nvSpPr>
        <p:spPr>
          <a:xfrm>
            <a:off x="224461" y="2576335"/>
            <a:ext cx="3753015" cy="3960058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algn="ctr">
              <a:defRPr sz="1300" b="1">
                <a:latin typeface="+mj-lt"/>
              </a:defRPr>
            </a:lvl1pPr>
          </a:lstStyle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HCPs actively engage with product sampling regularly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(69%), with endocrinologists significantly outpacing PCPs in active requests (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85%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 vs.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63%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). </a:t>
            </a:r>
          </a:p>
          <a:p>
            <a:pPr marL="838190" marR="0" lvl="1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61% of this group utilize online portals to actively request samples. 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64% of all HCPs received samples they didn’t actively request.</a:t>
            </a:r>
          </a:p>
          <a:p>
            <a:pPr marL="838190" marR="0" lvl="1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Direct mail or courier deliveries from manufacturers account for 7 in 10 samples not actively requested.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34" name="Title 5">
            <a:extLst>
              <a:ext uri="{FF2B5EF4-FFF2-40B4-BE49-F238E27FC236}">
                <a16:creationId xmlns:a16="http://schemas.microsoft.com/office/drawing/2014/main" id="{5008C7AF-502D-206F-F8CC-0134E60401A2}"/>
              </a:ext>
            </a:extLst>
          </p:cNvPr>
          <p:cNvSpPr txBox="1">
            <a:spLocks/>
          </p:cNvSpPr>
          <p:nvPr/>
        </p:nvSpPr>
        <p:spPr>
          <a:xfrm>
            <a:off x="670562" y="489112"/>
            <a:ext cx="11288203" cy="1284560"/>
          </a:xfrm>
          <a:prstGeom prst="rect">
            <a:avLst/>
          </a:prstGeom>
        </p:spPr>
        <p:txBody>
          <a:bodyPr vert="horz" lIns="0" tIns="0" rIns="121920" bIns="6096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 majority of HCPs who </a:t>
            </a: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actively request samples use manufacturer portals</a:t>
            </a:r>
            <a:r>
              <a:rPr kumimoji="0" lang="en-US" sz="1867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. This indicates substantial opportunity to capture market share through enhanced portal convenience, 24/7 accessibility, and exclusive offerings that motivate adoption.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E9CF14-7FCF-8539-2EBF-979A45589720}"/>
              </a:ext>
            </a:extLst>
          </p:cNvPr>
          <p:cNvSpPr/>
          <p:nvPr/>
        </p:nvSpPr>
        <p:spPr>
          <a:xfrm>
            <a:off x="4258425" y="1346423"/>
            <a:ext cx="3859032" cy="500097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248214-DA13-0E00-58C5-6AFF15F7DE40}"/>
              </a:ext>
            </a:extLst>
          </p:cNvPr>
          <p:cNvSpPr/>
          <p:nvPr/>
        </p:nvSpPr>
        <p:spPr>
          <a:xfrm>
            <a:off x="8244804" y="1307689"/>
            <a:ext cx="3816499" cy="503971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A65474-5499-1B44-5C28-B118461462DB}"/>
              </a:ext>
            </a:extLst>
          </p:cNvPr>
          <p:cNvSpPr txBox="1"/>
          <p:nvPr/>
        </p:nvSpPr>
        <p:spPr>
          <a:xfrm>
            <a:off x="4284195" y="2458288"/>
            <a:ext cx="3951875" cy="3380413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algn="ctr">
              <a:defRPr sz="1300" b="1">
                <a:latin typeface="+mj-lt"/>
              </a:defRPr>
            </a:lvl1pPr>
          </a:lstStyle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24/7 accessibility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(34%) and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intuitive interfaces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 (26%), with streamlined self-service capabilities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are lead benefits of portal use.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59%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of HCPs who use portals say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urgent access and multi-product situations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lead decision to choose portals over other sample methods.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Only 4 HCPs mentioned Abbott/</a:t>
            </a: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FreeStyle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 Libre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 compared to Jardiance (9 mentions) and direct competitor Dexcom (7 mentions) as easiest sample provider.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4721CF-926A-6AEB-51C6-86E39259F624}"/>
              </a:ext>
            </a:extLst>
          </p:cNvPr>
          <p:cNvSpPr txBox="1"/>
          <p:nvPr/>
        </p:nvSpPr>
        <p:spPr>
          <a:xfrm>
            <a:off x="8340046" y="2523583"/>
            <a:ext cx="3685801" cy="3713837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57%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of HCPs not currently using portals prefer rep interaction.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Convenience of a rep in office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(85%) is the #1 reason HCPs who use portals would use a rep instead.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Portal exclusive offerings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are the strongest motivator for non-portal users (21%), particularly among PCPs.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Faster processing and delivery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(19%) and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expanded product portfolio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(19%) are secondary motivators. 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5746EE-200C-09FD-F427-B954D222FAEC}"/>
              </a:ext>
            </a:extLst>
          </p:cNvPr>
          <p:cNvSpPr txBox="1"/>
          <p:nvPr/>
        </p:nvSpPr>
        <p:spPr>
          <a:xfrm>
            <a:off x="176756" y="1471339"/>
            <a:ext cx="3859032" cy="666977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algn="ctr">
              <a:defRPr sz="1300" b="1"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HCPs Receive Samples by Request or Passively at Similar Rates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A5FC98-2A21-EE1B-36C3-AC36E961255B}"/>
              </a:ext>
            </a:extLst>
          </p:cNvPr>
          <p:cNvSpPr txBox="1"/>
          <p:nvPr/>
        </p:nvSpPr>
        <p:spPr>
          <a:xfrm>
            <a:off x="4276929" y="1339119"/>
            <a:ext cx="3859032" cy="954300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algn="ctr">
              <a:defRPr sz="1300" b="1"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Abbott Has Room for Growth in Becoming HCPs Go-To Sample Provider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8108CD-CB42-E00B-AB57-EBA91ABBCCB8}"/>
              </a:ext>
            </a:extLst>
          </p:cNvPr>
          <p:cNvSpPr txBox="1"/>
          <p:nvPr/>
        </p:nvSpPr>
        <p:spPr>
          <a:xfrm>
            <a:off x="8244803" y="1442683"/>
            <a:ext cx="3859032" cy="666977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algn="ctr">
              <a:defRPr sz="1300" b="1"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Convenience and Exclusivity Motivate Portal Use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667E40-B456-C049-76DC-CD57A5290D9A}"/>
              </a:ext>
            </a:extLst>
          </p:cNvPr>
          <p:cNvGrpSpPr/>
          <p:nvPr/>
        </p:nvGrpSpPr>
        <p:grpSpPr>
          <a:xfrm>
            <a:off x="166153" y="2257371"/>
            <a:ext cx="11892993" cy="60959"/>
            <a:chOff x="150088" y="2101859"/>
            <a:chExt cx="8919745" cy="716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B6964FA-EAE4-A7BA-6471-B2916481D5F8}"/>
                </a:ext>
              </a:extLst>
            </p:cNvPr>
            <p:cNvCxnSpPr>
              <a:cxnSpLocks/>
            </p:cNvCxnSpPr>
            <p:nvPr/>
          </p:nvCxnSpPr>
          <p:spPr>
            <a:xfrm>
              <a:off x="150088" y="2101859"/>
              <a:ext cx="2902225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86E1401-3272-E169-87B2-AE5E321A878F}"/>
                </a:ext>
              </a:extLst>
            </p:cNvPr>
            <p:cNvCxnSpPr>
              <a:cxnSpLocks/>
            </p:cNvCxnSpPr>
            <p:nvPr/>
          </p:nvCxnSpPr>
          <p:spPr>
            <a:xfrm>
              <a:off x="3217892" y="2101859"/>
              <a:ext cx="2902225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7C6D2E4-7A9B-7E6C-2DD1-D85F588E9F2C}"/>
                </a:ext>
              </a:extLst>
            </p:cNvPr>
            <p:cNvCxnSpPr>
              <a:cxnSpLocks/>
            </p:cNvCxnSpPr>
            <p:nvPr/>
          </p:nvCxnSpPr>
          <p:spPr>
            <a:xfrm>
              <a:off x="6241775" y="2109027"/>
              <a:ext cx="2828058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060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3D2CD-0DA3-92B6-A101-B1840DB61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4B9FBC-46FE-E4FD-EA9A-29118824B0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2" y="355600"/>
            <a:ext cx="6989233" cy="348813"/>
          </a:xfrm>
        </p:spPr>
        <p:txBody>
          <a:bodyPr/>
          <a:lstStyle/>
          <a:p>
            <a:r>
              <a:rPr lang="en-US"/>
              <a:t>Sample requests</a:t>
            </a:r>
          </a:p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18AECB9-5921-3E88-9FE3-2A806B0624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3615" y="1463943"/>
            <a:ext cx="10850880" cy="365760"/>
          </a:xfrm>
        </p:spPr>
        <p:txBody>
          <a:bodyPr/>
          <a:lstStyle/>
          <a:p>
            <a:r>
              <a:rPr lang="en-US"/>
              <a:t>Sources of </a:t>
            </a:r>
            <a:r>
              <a:rPr lang="en-US" u="sng"/>
              <a:t>Unsolicited Samples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37A965-6EDE-0469-7E1E-D9115D88A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10850880" cy="520701"/>
          </a:xfrm>
        </p:spPr>
        <p:txBody>
          <a:bodyPr/>
          <a:lstStyle/>
          <a:p>
            <a:r>
              <a:rPr lang="en-US" sz="2000"/>
              <a:t>Direct mail and third-party distributors emerge as most cited sources of unsolicited samples among HCPs. Professional networks and colleague channels are cited least often.</a:t>
            </a:r>
            <a:endParaRPr lang="en-IN" sz="200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3D1B41-2052-EC6C-3A22-987AC07A8FD6}"/>
              </a:ext>
            </a:extLst>
          </p:cNvPr>
          <p:cNvSpPr txBox="1">
            <a:spLocks/>
          </p:cNvSpPr>
          <p:nvPr/>
        </p:nvSpPr>
        <p:spPr bwMode="gray">
          <a:xfrm>
            <a:off x="670560" y="6181152"/>
            <a:ext cx="6689796" cy="237957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Source: Total n=95; PCP n=67; Endo n=28**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</a:rPr>
              <a:t>Note: Question asked only to PCPs/Endos who indicate they received samples they didn’t specifically ask for</a:t>
            </a: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Q3. Other than reps, please note if you have ever received samples from any of the sources below.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204139-F292-C61B-80A1-F82BAA9155C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2119CD-3B2D-4CEB-B404-D2E3F8CD6D69}" type="slidenum">
              <a:rPr kumimoji="0" lang="en-IN" sz="933" b="0" i="0" u="none" strike="noStrike" kern="1200" cap="none" spc="0" normalizeH="0" baseline="0" noProof="0" smtClean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9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aphicFrame>
        <p:nvGraphicFramePr>
          <p:cNvPr id="6" name="Content Placeholder 13">
            <a:extLst>
              <a:ext uri="{FF2B5EF4-FFF2-40B4-BE49-F238E27FC236}">
                <a16:creationId xmlns:a16="http://schemas.microsoft.com/office/drawing/2014/main" id="{A0111EDE-A5D5-0563-8775-AFEB315FF908}"/>
              </a:ext>
            </a:extLst>
          </p:cNvPr>
          <p:cNvGraphicFramePr>
            <a:graphicFrameLocks/>
          </p:cNvGraphicFramePr>
          <p:nvPr/>
        </p:nvGraphicFramePr>
        <p:xfrm>
          <a:off x="663613" y="2135065"/>
          <a:ext cx="11201407" cy="374626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87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229">
                  <a:extLst>
                    <a:ext uri="{9D8B030D-6E8A-4147-A177-3AD203B41FA5}">
                      <a16:colId xmlns:a16="http://schemas.microsoft.com/office/drawing/2014/main" val="1223331963"/>
                    </a:ext>
                  </a:extLst>
                </a:gridCol>
                <a:gridCol w="992229">
                  <a:extLst>
                    <a:ext uri="{9D8B030D-6E8A-4147-A177-3AD203B41FA5}">
                      <a16:colId xmlns:a16="http://schemas.microsoft.com/office/drawing/2014/main" val="2949783164"/>
                    </a:ext>
                  </a:extLst>
                </a:gridCol>
                <a:gridCol w="992229">
                  <a:extLst>
                    <a:ext uri="{9D8B030D-6E8A-4147-A177-3AD203B41FA5}">
                      <a16:colId xmlns:a16="http://schemas.microsoft.com/office/drawing/2014/main" val="4191788148"/>
                    </a:ext>
                  </a:extLst>
                </a:gridCol>
                <a:gridCol w="992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9016">
                  <a:extLst>
                    <a:ext uri="{9D8B030D-6E8A-4147-A177-3AD203B41FA5}">
                      <a16:colId xmlns:a16="http://schemas.microsoft.com/office/drawing/2014/main" val="1926764144"/>
                    </a:ext>
                  </a:extLst>
                </a:gridCol>
                <a:gridCol w="889016">
                  <a:extLst>
                    <a:ext uri="{9D8B030D-6E8A-4147-A177-3AD203B41FA5}">
                      <a16:colId xmlns:a16="http://schemas.microsoft.com/office/drawing/2014/main" val="400783258"/>
                    </a:ext>
                  </a:extLst>
                </a:gridCol>
                <a:gridCol w="889016">
                  <a:extLst>
                    <a:ext uri="{9D8B030D-6E8A-4147-A177-3AD203B41FA5}">
                      <a16:colId xmlns:a16="http://schemas.microsoft.com/office/drawing/2014/main" val="1341945766"/>
                    </a:ext>
                  </a:extLst>
                </a:gridCol>
                <a:gridCol w="889016">
                  <a:extLst>
                    <a:ext uri="{9D8B030D-6E8A-4147-A177-3AD203B41FA5}">
                      <a16:colId xmlns:a16="http://schemas.microsoft.com/office/drawing/2014/main" val="4169047968"/>
                    </a:ext>
                  </a:extLst>
                </a:gridCol>
              </a:tblGrid>
              <a:tr h="414957">
                <a:tc>
                  <a:txBody>
                    <a:bodyPr/>
                    <a:lstStyle/>
                    <a:p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(A)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PCP</a:t>
                      </a:r>
                    </a:p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(B)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Endo</a:t>
                      </a:r>
                    </a:p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(C) 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937090"/>
                  </a:ext>
                </a:extLst>
              </a:tr>
              <a:tr h="671717">
                <a:tc>
                  <a:txBody>
                    <a:bodyPr/>
                    <a:lstStyle/>
                    <a:p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Received in P6M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Received over 6 months ago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Never received via this method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Received in </a:t>
                      </a:r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P6M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Received over </a:t>
                      </a:r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6 months ago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Never received via this method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Received in </a:t>
                      </a:r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 in P6M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Received over </a:t>
                      </a:r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6 months ago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Never received via this method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494">
                <a:tc>
                  <a:txBody>
                    <a:bodyPr/>
                    <a:lstStyle/>
                    <a:p>
                      <a:r>
                        <a:rPr lang="en-US" sz="1000" b="0">
                          <a:latin typeface="+mn-lt"/>
                        </a:rPr>
                        <a:t>Direct mail or courier deliveries from manufacturers</a:t>
                      </a:r>
                      <a:endParaRPr lang="en-US" sz="10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67%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71%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850">
                <a:tc>
                  <a:txBody>
                    <a:bodyPr/>
                    <a:lstStyle/>
                    <a:p>
                      <a:r>
                        <a:rPr lang="en-US" sz="1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 third-party distributors 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41%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52%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39%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51%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54%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494">
                <a:tc>
                  <a:txBody>
                    <a:bodyPr/>
                    <a:lstStyle/>
                    <a:p>
                      <a:r>
                        <a:rPr lang="en-US" sz="1000" b="0">
                          <a:latin typeface="+mn-lt"/>
                        </a:rPr>
                        <a:t>During conferences and medical meetings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51%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49%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39%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54%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494">
                <a:tc>
                  <a:txBody>
                    <a:bodyPr/>
                    <a:lstStyle/>
                    <a:p>
                      <a:r>
                        <a:rPr lang="en-US" sz="1000" b="0">
                          <a:latin typeface="+mn-lt"/>
                        </a:rPr>
                        <a:t>From colleagues or other healthcare providers within my network</a:t>
                      </a:r>
                      <a:endParaRPr lang="en-US" sz="10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494">
                <a:tc>
                  <a:txBody>
                    <a:bodyPr/>
                    <a:lstStyle/>
                    <a:p>
                      <a:r>
                        <a:rPr lang="en-US" sz="1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Other, please describe where: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B5CCA09-04A3-4D77-6D8E-25A9F7597D01}"/>
              </a:ext>
            </a:extLst>
          </p:cNvPr>
          <p:cNvSpPr txBox="1"/>
          <p:nvPr/>
        </p:nvSpPr>
        <p:spPr>
          <a:xfrm>
            <a:off x="9665170" y="6138547"/>
            <a:ext cx="2636322" cy="3231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*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Roboto"/>
                <a:cs typeface="Roboto"/>
                <a:sym typeface="Roboto"/>
              </a:rPr>
              <a:t>CAUTION: Small base size, use directionally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468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9DC21-D269-DB39-1A1E-0F380B272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7C6708-AF7E-38FD-0853-55DAFF82D8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2" y="355600"/>
            <a:ext cx="6989233" cy="348813"/>
          </a:xfrm>
        </p:spPr>
        <p:txBody>
          <a:bodyPr/>
          <a:lstStyle/>
          <a:p>
            <a:r>
              <a:rPr lang="en-US"/>
              <a:t>Sample requests</a:t>
            </a:r>
          </a:p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27AC208-BC37-3CDC-6CBD-16585E278C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3613" y="1588018"/>
            <a:ext cx="10850880" cy="365760"/>
          </a:xfrm>
        </p:spPr>
        <p:txBody>
          <a:bodyPr/>
          <a:lstStyle/>
          <a:p>
            <a:r>
              <a:rPr lang="en-US"/>
              <a:t>Channels for Requesting Samples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F8A8C1E-6D27-152B-F2E9-1AAF14675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643920"/>
            <a:ext cx="10850880" cy="520701"/>
          </a:xfrm>
        </p:spPr>
        <p:txBody>
          <a:bodyPr/>
          <a:lstStyle/>
          <a:p>
            <a:r>
              <a:rPr lang="en-US" sz="2000" b="1"/>
              <a:t>Manufacturer online portals and/or websites are the leading channel for requesting samples, with Endos differentiating from PCPs over 6 months ago</a:t>
            </a:r>
            <a:r>
              <a:rPr lang="en-US" sz="2000"/>
              <a:t>. Third-party distributors are the least utilized for sample requests.</a:t>
            </a:r>
            <a:endParaRPr lang="en-IN" sz="200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9A01982-EE60-B6E4-6617-74588FFADACB}"/>
              </a:ext>
            </a:extLst>
          </p:cNvPr>
          <p:cNvSpPr txBox="1">
            <a:spLocks/>
          </p:cNvSpPr>
          <p:nvPr/>
        </p:nvSpPr>
        <p:spPr bwMode="gray">
          <a:xfrm>
            <a:off x="670560" y="6181152"/>
            <a:ext cx="6689796" cy="237957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Source: Total n=103; PCP n=;69 Endo n=34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Note: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</a:rPr>
              <a:t>Question asked only to PCPs/Endos who indicate they actively requested samples for a specific product.</a:t>
            </a: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Q4.Other than requesting from reps, please note if you have ever requested samples from any of the sources below.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390982-1D58-0831-3128-E0A9E490437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2119CD-3B2D-4CEB-B404-D2E3F8CD6D69}" type="slidenum">
              <a:rPr kumimoji="0" lang="en-IN" sz="933" b="0" i="0" u="none" strike="noStrike" kern="1200" cap="none" spc="0" normalizeH="0" baseline="0" noProof="0" smtClean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9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aphicFrame>
        <p:nvGraphicFramePr>
          <p:cNvPr id="5" name="Content Placeholder 13">
            <a:extLst>
              <a:ext uri="{FF2B5EF4-FFF2-40B4-BE49-F238E27FC236}">
                <a16:creationId xmlns:a16="http://schemas.microsoft.com/office/drawing/2014/main" id="{41D8C1ED-F97D-BB7F-BE70-2FF5EEB54DD4}"/>
              </a:ext>
            </a:extLst>
          </p:cNvPr>
          <p:cNvGraphicFramePr>
            <a:graphicFrameLocks/>
          </p:cNvGraphicFramePr>
          <p:nvPr/>
        </p:nvGraphicFramePr>
        <p:xfrm>
          <a:off x="663613" y="2082721"/>
          <a:ext cx="11112819" cy="378660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65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382">
                  <a:extLst>
                    <a:ext uri="{9D8B030D-6E8A-4147-A177-3AD203B41FA5}">
                      <a16:colId xmlns:a16="http://schemas.microsoft.com/office/drawing/2014/main" val="1223331963"/>
                    </a:ext>
                  </a:extLst>
                </a:gridCol>
                <a:gridCol w="984382">
                  <a:extLst>
                    <a:ext uri="{9D8B030D-6E8A-4147-A177-3AD203B41FA5}">
                      <a16:colId xmlns:a16="http://schemas.microsoft.com/office/drawing/2014/main" val="2949783164"/>
                    </a:ext>
                  </a:extLst>
                </a:gridCol>
                <a:gridCol w="984382">
                  <a:extLst>
                    <a:ext uri="{9D8B030D-6E8A-4147-A177-3AD203B41FA5}">
                      <a16:colId xmlns:a16="http://schemas.microsoft.com/office/drawing/2014/main" val="4191788148"/>
                    </a:ext>
                  </a:extLst>
                </a:gridCol>
                <a:gridCol w="984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1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985">
                  <a:extLst>
                    <a:ext uri="{9D8B030D-6E8A-4147-A177-3AD203B41FA5}">
                      <a16:colId xmlns:a16="http://schemas.microsoft.com/office/drawing/2014/main" val="1926764144"/>
                    </a:ext>
                  </a:extLst>
                </a:gridCol>
                <a:gridCol w="881985">
                  <a:extLst>
                    <a:ext uri="{9D8B030D-6E8A-4147-A177-3AD203B41FA5}">
                      <a16:colId xmlns:a16="http://schemas.microsoft.com/office/drawing/2014/main" val="400783258"/>
                    </a:ext>
                  </a:extLst>
                </a:gridCol>
                <a:gridCol w="881985">
                  <a:extLst>
                    <a:ext uri="{9D8B030D-6E8A-4147-A177-3AD203B41FA5}">
                      <a16:colId xmlns:a16="http://schemas.microsoft.com/office/drawing/2014/main" val="1341945766"/>
                    </a:ext>
                  </a:extLst>
                </a:gridCol>
                <a:gridCol w="881985">
                  <a:extLst>
                    <a:ext uri="{9D8B030D-6E8A-4147-A177-3AD203B41FA5}">
                      <a16:colId xmlns:a16="http://schemas.microsoft.com/office/drawing/2014/main" val="4169047968"/>
                    </a:ext>
                  </a:extLst>
                </a:gridCol>
              </a:tblGrid>
              <a:tr h="409347">
                <a:tc>
                  <a:txBody>
                    <a:bodyPr/>
                    <a:lstStyle/>
                    <a:p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(A)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PCP</a:t>
                      </a:r>
                    </a:p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(B)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Endo</a:t>
                      </a:r>
                    </a:p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(C) 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937090"/>
                  </a:ext>
                </a:extLst>
              </a:tr>
              <a:tr h="662637">
                <a:tc>
                  <a:txBody>
                    <a:bodyPr/>
                    <a:lstStyle/>
                    <a:p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Requested in P6M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Requested over 6 months ago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Never requested via this method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Requested in P6M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Requested over 6 months ago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Never requested via this method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Requested in P6M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Requested over 6 months ago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  <a:latin typeface="+mj-lt"/>
                          <a:cs typeface="Calibri" panose="020F0502020204030204" pitchFamily="34" charset="0"/>
                        </a:rPr>
                        <a:t>Never requested via this method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458"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Using the online manufacturer portal and/or website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41%B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016"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 contacting the pharmaceutical/medical company via email or phone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51%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458"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 faxing a sample request form to the manufacturer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42%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39%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458"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During conferences and medical meetings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52%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41%B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458"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Using a third-party distributor 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57%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b" latinLnBrk="0" hangingPunct="1">
                        <a:buNone/>
                      </a:pPr>
                      <a:r>
                        <a:rPr lang="en-IN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62%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EAAEAF1-4430-A20D-40A2-98EF76E233F7}"/>
              </a:ext>
            </a:extLst>
          </p:cNvPr>
          <p:cNvSpPr txBox="1"/>
          <p:nvPr/>
        </p:nvSpPr>
        <p:spPr>
          <a:xfrm>
            <a:off x="9665170" y="6037831"/>
            <a:ext cx="149752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Statistical testing at 90% significance</a:t>
            </a:r>
          </a:p>
        </p:txBody>
      </p:sp>
    </p:spTree>
    <p:extLst>
      <p:ext uri="{BB962C8B-B14F-4D97-AF65-F5344CB8AC3E}">
        <p14:creationId xmlns:p14="http://schemas.microsoft.com/office/powerpoint/2010/main" val="2740367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DE9D9-E194-2F16-4770-523F98C8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AAB37-6A9E-F5EB-189C-8F6F2D401D4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2119CD-3B2D-4CEB-B404-D2E3F8CD6D69}" type="slidenum">
              <a:rPr kumimoji="0" lang="en-IN" sz="933" b="0" i="0" u="none" strike="noStrike" kern="1200" cap="none" spc="0" normalizeH="0" baseline="0" noProof="0" smtClean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9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A0CBB-4A59-0DCC-A3CC-29F716FCA4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93052" y="1464010"/>
            <a:ext cx="9168301" cy="365760"/>
          </a:xfrm>
        </p:spPr>
        <p:txBody>
          <a:bodyPr/>
          <a:lstStyle/>
          <a:p>
            <a:pPr algn="ctr"/>
            <a:r>
              <a:rPr lang="en-US"/>
              <a:t>Brands that Provide the Easiest Sampling Process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BBF552-0EC8-778F-D3B5-6022EED24BD8}"/>
              </a:ext>
            </a:extLst>
          </p:cNvPr>
          <p:cNvSpPr txBox="1"/>
          <p:nvPr/>
        </p:nvSpPr>
        <p:spPr>
          <a:xfrm>
            <a:off x="2140026" y="1880857"/>
            <a:ext cx="4069709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Jardiance – 9 Mentions 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Quote 1">
            <a:extLst>
              <a:ext uri="{FF2B5EF4-FFF2-40B4-BE49-F238E27FC236}">
                <a16:creationId xmlns:a16="http://schemas.microsoft.com/office/drawing/2014/main" id="{DB6F698A-B6E0-8FDF-61F9-50A8E28D4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956748"/>
              </p:ext>
            </p:extLst>
          </p:nvPr>
        </p:nvGraphicFramePr>
        <p:xfrm>
          <a:off x="2171843" y="2195341"/>
          <a:ext cx="3805360" cy="87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5360">
                  <a:extLst>
                    <a:ext uri="{9D8B030D-6E8A-4147-A177-3AD203B41FA5}">
                      <a16:colId xmlns:a16="http://schemas.microsoft.com/office/drawing/2014/main" val="1650263574"/>
                    </a:ext>
                  </a:extLst>
                </a:gridCol>
              </a:tblGrid>
              <a:tr h="87832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“The process was easy, and staff initially instructed by a rep how to do.”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Endo</a:t>
                      </a:r>
                      <a:endParaRPr lang="en-US" sz="12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4000" marR="0" marT="48000" marB="48000">
                    <a:lnL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869395"/>
                  </a:ext>
                </a:extLst>
              </a:tr>
            </a:tbl>
          </a:graphicData>
        </a:graphic>
      </p:graphicFrame>
      <p:graphicFrame>
        <p:nvGraphicFramePr>
          <p:cNvPr id="11" name="Quote 1">
            <a:extLst>
              <a:ext uri="{FF2B5EF4-FFF2-40B4-BE49-F238E27FC236}">
                <a16:creationId xmlns:a16="http://schemas.microsoft.com/office/drawing/2014/main" id="{62BF4251-CDCE-D6CB-3596-DD265A30C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938208"/>
              </p:ext>
            </p:extLst>
          </p:nvPr>
        </p:nvGraphicFramePr>
        <p:xfrm>
          <a:off x="2171843" y="3164101"/>
          <a:ext cx="4069708" cy="87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708">
                  <a:extLst>
                    <a:ext uri="{9D8B030D-6E8A-4147-A177-3AD203B41FA5}">
                      <a16:colId xmlns:a16="http://schemas.microsoft.com/office/drawing/2014/main" val="1650263574"/>
                    </a:ext>
                  </a:extLst>
                </a:gridCol>
              </a:tblGrid>
              <a:tr h="87832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“Jardiance has robust sampling </a:t>
                      </a:r>
                      <a:r>
                        <a:rPr lang="en-US" sz="12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via representative requests</a:t>
                      </a:r>
                      <a:r>
                        <a:rPr lang="en-US" sz="1200" b="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and quick delivery."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PCP</a:t>
                      </a:r>
                      <a:endParaRPr lang="en-US" sz="12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4000" marR="0" marT="48000" marB="48000">
                    <a:lnL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86939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A0C106C-260E-8BF3-1D1F-3EE7B54F490A}"/>
              </a:ext>
            </a:extLst>
          </p:cNvPr>
          <p:cNvSpPr txBox="1"/>
          <p:nvPr/>
        </p:nvSpPr>
        <p:spPr>
          <a:xfrm>
            <a:off x="6640715" y="1880857"/>
            <a:ext cx="4069709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Ozempic/Novo Nordisk – 7 Mentions 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6" name="Quote 1">
            <a:extLst>
              <a:ext uri="{FF2B5EF4-FFF2-40B4-BE49-F238E27FC236}">
                <a16:creationId xmlns:a16="http://schemas.microsoft.com/office/drawing/2014/main" id="{F944E4AC-E471-579A-715C-1F6AB3E77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548243"/>
              </p:ext>
            </p:extLst>
          </p:nvPr>
        </p:nvGraphicFramePr>
        <p:xfrm>
          <a:off x="6672532" y="2195341"/>
          <a:ext cx="4037892" cy="865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7892">
                  <a:extLst>
                    <a:ext uri="{9D8B030D-6E8A-4147-A177-3AD203B41FA5}">
                      <a16:colId xmlns:a16="http://schemas.microsoft.com/office/drawing/2014/main" val="1650263574"/>
                    </a:ext>
                  </a:extLst>
                </a:gridCol>
              </a:tblGrid>
              <a:tr h="69544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“The </a:t>
                      </a:r>
                      <a:r>
                        <a:rPr lang="en-US" sz="12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local reps </a:t>
                      </a:r>
                      <a:r>
                        <a:rPr lang="en-US" sz="1200" b="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come by the clinic frequently to assess needs, and they have a </a:t>
                      </a:r>
                      <a:r>
                        <a:rPr lang="en-US" sz="1200" b="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e-signature process to sign for additional samples to ship to the clinic, which is seamless.</a:t>
                      </a:r>
                      <a:r>
                        <a:rPr lang="en-US" sz="1200" b="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”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Endo</a:t>
                      </a:r>
                      <a:endParaRPr lang="en-US" sz="12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4000" marR="0" marT="48000" marB="48000">
                    <a:lnL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869395"/>
                  </a:ext>
                </a:extLst>
              </a:tr>
            </a:tbl>
          </a:graphicData>
        </a:graphic>
      </p:graphicFrame>
      <p:graphicFrame>
        <p:nvGraphicFramePr>
          <p:cNvPr id="18" name="Quote 1">
            <a:extLst>
              <a:ext uri="{FF2B5EF4-FFF2-40B4-BE49-F238E27FC236}">
                <a16:creationId xmlns:a16="http://schemas.microsoft.com/office/drawing/2014/main" id="{3708CD7E-E7DE-EC63-53F2-E0C91CA7E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972613"/>
              </p:ext>
            </p:extLst>
          </p:nvPr>
        </p:nvGraphicFramePr>
        <p:xfrm>
          <a:off x="6672532" y="3316077"/>
          <a:ext cx="4069708" cy="682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708">
                  <a:extLst>
                    <a:ext uri="{9D8B030D-6E8A-4147-A177-3AD203B41FA5}">
                      <a16:colId xmlns:a16="http://schemas.microsoft.com/office/drawing/2014/main" val="1650263574"/>
                    </a:ext>
                  </a:extLst>
                </a:gridCol>
              </a:tblGrid>
              <a:tr h="560017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“Novo Nordisk has </a:t>
                      </a:r>
                      <a:r>
                        <a:rPr lang="en-US" sz="12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straightforward request platform </a:t>
                      </a:r>
                      <a:r>
                        <a:rPr lang="en-US" sz="1200" b="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 samples"”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Endo</a:t>
                      </a:r>
                      <a:endParaRPr lang="en-US" sz="12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4000" marR="0" marT="48000" marB="48000">
                    <a:lnL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86939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39F72B1-D20F-F121-6188-D8BF404AD41D}"/>
              </a:ext>
            </a:extLst>
          </p:cNvPr>
          <p:cNvSpPr txBox="1"/>
          <p:nvPr/>
        </p:nvSpPr>
        <p:spPr>
          <a:xfrm>
            <a:off x="663616" y="5977516"/>
            <a:ext cx="8167234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Source: Total n=80; PCP n=53; Endo n=27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Q5. Thinking about your recent experiences in requesting product samples without the assistance of a sales rep, which brand(s) stands out to you as providing the easiest sampling process? </a:t>
            </a:r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CCF8DC-D51A-5F6E-76DF-C819D1151433}"/>
              </a:ext>
            </a:extLst>
          </p:cNvPr>
          <p:cNvSpPr txBox="1"/>
          <p:nvPr/>
        </p:nvSpPr>
        <p:spPr>
          <a:xfrm>
            <a:off x="2140026" y="4076413"/>
            <a:ext cx="4069709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Dexcom – 8 Mentions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Quote 1">
            <a:extLst>
              <a:ext uri="{FF2B5EF4-FFF2-40B4-BE49-F238E27FC236}">
                <a16:creationId xmlns:a16="http://schemas.microsoft.com/office/drawing/2014/main" id="{95287CD1-36DB-AB24-4EBB-91E1BBE35743}"/>
              </a:ext>
            </a:extLst>
          </p:cNvPr>
          <p:cNvGraphicFramePr>
            <a:graphicFrameLocks noGrp="1"/>
          </p:cNvGraphicFramePr>
          <p:nvPr/>
        </p:nvGraphicFramePr>
        <p:xfrm>
          <a:off x="2171843" y="4390897"/>
          <a:ext cx="3805360" cy="69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5360">
                  <a:extLst>
                    <a:ext uri="{9D8B030D-6E8A-4147-A177-3AD203B41FA5}">
                      <a16:colId xmlns:a16="http://schemas.microsoft.com/office/drawing/2014/main" val="1650263574"/>
                    </a:ext>
                  </a:extLst>
                </a:gridCol>
              </a:tblGrid>
              <a:tr h="69544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“The process was easy and took only a few minutes and the delivery was fast.”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PCP</a:t>
                      </a:r>
                      <a:endParaRPr lang="en-US" sz="12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4000" marR="0" marT="48000" marB="48000">
                    <a:lnL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869395"/>
                  </a:ext>
                </a:extLst>
              </a:tr>
            </a:tbl>
          </a:graphicData>
        </a:graphic>
      </p:graphicFrame>
      <p:graphicFrame>
        <p:nvGraphicFramePr>
          <p:cNvPr id="7" name="Quote 1">
            <a:extLst>
              <a:ext uri="{FF2B5EF4-FFF2-40B4-BE49-F238E27FC236}">
                <a16:creationId xmlns:a16="http://schemas.microsoft.com/office/drawing/2014/main" id="{9CEEED2F-58BA-63C7-B6CB-A954208232D4}"/>
              </a:ext>
            </a:extLst>
          </p:cNvPr>
          <p:cNvGraphicFramePr>
            <a:graphicFrameLocks noGrp="1"/>
          </p:cNvGraphicFramePr>
          <p:nvPr/>
        </p:nvGraphicFramePr>
        <p:xfrm>
          <a:off x="2171843" y="5138316"/>
          <a:ext cx="4069708" cy="69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708">
                  <a:extLst>
                    <a:ext uri="{9D8B030D-6E8A-4147-A177-3AD203B41FA5}">
                      <a16:colId xmlns:a16="http://schemas.microsoft.com/office/drawing/2014/main" val="1650263574"/>
                    </a:ext>
                  </a:extLst>
                </a:gridCol>
              </a:tblGrid>
              <a:tr h="69544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“Online ordering process is very simple and seamless, and products arrive quickly.”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PCP</a:t>
                      </a:r>
                      <a:endParaRPr lang="en-US" sz="12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4000" marR="0" marT="48000" marB="48000">
                    <a:lnL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8693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0111F22-FAF0-63E4-743D-9BDA53B4CDF1}"/>
              </a:ext>
            </a:extLst>
          </p:cNvPr>
          <p:cNvSpPr txBox="1"/>
          <p:nvPr/>
        </p:nvSpPr>
        <p:spPr>
          <a:xfrm>
            <a:off x="6640715" y="3960976"/>
            <a:ext cx="4069709" cy="1924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Abbott – 4 Mentions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Quote 1">
            <a:extLst>
              <a:ext uri="{FF2B5EF4-FFF2-40B4-BE49-F238E27FC236}">
                <a16:creationId xmlns:a16="http://schemas.microsoft.com/office/drawing/2014/main" id="{D06CFF64-3031-38FA-5D7D-4834F668CEB8}"/>
              </a:ext>
            </a:extLst>
          </p:cNvPr>
          <p:cNvGraphicFramePr>
            <a:graphicFrameLocks noGrp="1"/>
          </p:cNvGraphicFramePr>
          <p:nvPr/>
        </p:nvGraphicFramePr>
        <p:xfrm>
          <a:off x="6672532" y="4275459"/>
          <a:ext cx="3805360" cy="682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5360">
                  <a:extLst>
                    <a:ext uri="{9D8B030D-6E8A-4147-A177-3AD203B41FA5}">
                      <a16:colId xmlns:a16="http://schemas.microsoft.com/office/drawing/2014/main" val="1650263574"/>
                    </a:ext>
                  </a:extLst>
                </a:gridCol>
              </a:tblGrid>
              <a:tr h="633692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“Abott freestyle libre as it is very simple to work with and very convenient and quick”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Endo</a:t>
                      </a:r>
                      <a:endParaRPr lang="en-US" sz="12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4000" marR="0" marT="48000" marB="48000">
                    <a:lnL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869395"/>
                  </a:ext>
                </a:extLst>
              </a:tr>
            </a:tbl>
          </a:graphicData>
        </a:graphic>
      </p:graphicFrame>
      <p:graphicFrame>
        <p:nvGraphicFramePr>
          <p:cNvPr id="12" name="Quote 1">
            <a:extLst>
              <a:ext uri="{FF2B5EF4-FFF2-40B4-BE49-F238E27FC236}">
                <a16:creationId xmlns:a16="http://schemas.microsoft.com/office/drawing/2014/main" id="{FCF1710A-D0BD-7603-2461-BB7E3471065E}"/>
              </a:ext>
            </a:extLst>
          </p:cNvPr>
          <p:cNvGraphicFramePr>
            <a:graphicFrameLocks noGrp="1"/>
          </p:cNvGraphicFramePr>
          <p:nvPr/>
        </p:nvGraphicFramePr>
        <p:xfrm>
          <a:off x="6672532" y="5044603"/>
          <a:ext cx="4069708" cy="69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708">
                  <a:extLst>
                    <a:ext uri="{9D8B030D-6E8A-4147-A177-3AD203B41FA5}">
                      <a16:colId xmlns:a16="http://schemas.microsoft.com/office/drawing/2014/main" val="1650263574"/>
                    </a:ext>
                  </a:extLst>
                </a:gridCol>
              </a:tblGrid>
              <a:tr h="69544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“Freestyle Libre sensors, able to call the Company directly and get the samples.”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Endo</a:t>
                      </a:r>
                      <a:endParaRPr lang="en-US" sz="12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4000" marR="0" marT="48000" marB="48000">
                    <a:lnL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869395"/>
                  </a:ext>
                </a:extLst>
              </a:tr>
            </a:tbl>
          </a:graphicData>
        </a:graphic>
      </p:graphicFrame>
      <p:sp>
        <p:nvSpPr>
          <p:cNvPr id="22" name="Title 6">
            <a:extLst>
              <a:ext uri="{FF2B5EF4-FFF2-40B4-BE49-F238E27FC236}">
                <a16:creationId xmlns:a16="http://schemas.microsoft.com/office/drawing/2014/main" id="{1ED3EA3E-25A8-4649-FD6B-D647206E73D0}"/>
              </a:ext>
            </a:extLst>
          </p:cNvPr>
          <p:cNvSpPr txBox="1">
            <a:spLocks/>
          </p:cNvSpPr>
          <p:nvPr/>
        </p:nvSpPr>
        <p:spPr>
          <a:xfrm>
            <a:off x="670560" y="614397"/>
            <a:ext cx="10850880" cy="764731"/>
          </a:xfrm>
          <a:prstGeom prst="rect">
            <a:avLst/>
          </a:prstGeom>
          <a:noFill/>
        </p:spPr>
        <p:txBody>
          <a:bodyPr vert="horz" lIns="0" tIns="0" rIns="121920" bIns="6096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Jardiance was the most mentioned brand for easiest sampling process.  Easy sampling processes offer streamlined self-service platforms that eliminate hassle and minimize effort.  Abbott was mentioned by 4 HCPs.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7D2A1A5-F606-39D0-159A-E38D79399E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2" y="355600"/>
            <a:ext cx="6989233" cy="348813"/>
          </a:xfrm>
        </p:spPr>
        <p:txBody>
          <a:bodyPr/>
          <a:lstStyle/>
          <a:p>
            <a:r>
              <a:rPr lang="en-US"/>
              <a:t>Sample requests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73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5621B-C885-666B-76B9-96907FA4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165DED-8446-CF14-AA7D-C53F30FB2B55}"/>
              </a:ext>
            </a:extLst>
          </p:cNvPr>
          <p:cNvSpPr/>
          <p:nvPr/>
        </p:nvSpPr>
        <p:spPr>
          <a:xfrm>
            <a:off x="2176403" y="5428196"/>
            <a:ext cx="5570797" cy="86655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26E5C3-548F-695E-3776-AC0144AD453F}"/>
              </a:ext>
            </a:extLst>
          </p:cNvPr>
          <p:cNvSpPr/>
          <p:nvPr/>
        </p:nvSpPr>
        <p:spPr>
          <a:xfrm>
            <a:off x="2176696" y="4476263"/>
            <a:ext cx="5570797" cy="88261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A83A2-D397-2E38-7707-9866CA078F7C}"/>
              </a:ext>
            </a:extLst>
          </p:cNvPr>
          <p:cNvSpPr/>
          <p:nvPr/>
        </p:nvSpPr>
        <p:spPr>
          <a:xfrm>
            <a:off x="2187926" y="3512063"/>
            <a:ext cx="5570797" cy="85143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6079FE-FAB8-E626-1FEA-56FCFEA178E9}"/>
              </a:ext>
            </a:extLst>
          </p:cNvPr>
          <p:cNvSpPr/>
          <p:nvPr/>
        </p:nvSpPr>
        <p:spPr>
          <a:xfrm>
            <a:off x="2167096" y="2598094"/>
            <a:ext cx="5570797" cy="8565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492569-6B52-2521-F111-3057725DE379}"/>
              </a:ext>
            </a:extLst>
          </p:cNvPr>
          <p:cNvSpPr/>
          <p:nvPr/>
        </p:nvSpPr>
        <p:spPr>
          <a:xfrm>
            <a:off x="2176403" y="1620013"/>
            <a:ext cx="5570797" cy="88261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535B5-A72F-72F5-157B-9CEA291DAF2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2119CD-3B2D-4CEB-B404-D2E3F8CD6D69}" type="slidenum">
              <a:rPr kumimoji="0" lang="en-IN" sz="933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9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715840F-8D54-15AD-D813-4238B943EAA8}"/>
              </a:ext>
            </a:extLst>
          </p:cNvPr>
          <p:cNvSpPr/>
          <p:nvPr/>
        </p:nvSpPr>
        <p:spPr>
          <a:xfrm>
            <a:off x="7825666" y="1112557"/>
            <a:ext cx="3999553" cy="36242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Implications/Recommendations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EDB0AA5-32F5-5091-31F2-BD01D73F0501}"/>
              </a:ext>
            </a:extLst>
          </p:cNvPr>
          <p:cNvSpPr/>
          <p:nvPr/>
        </p:nvSpPr>
        <p:spPr>
          <a:xfrm>
            <a:off x="2167099" y="1110080"/>
            <a:ext cx="5658568" cy="36489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Insights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9C8D158-C4F7-DBB6-98AA-74C2C595AC0F}"/>
              </a:ext>
            </a:extLst>
          </p:cNvPr>
          <p:cNvGrpSpPr/>
          <p:nvPr/>
        </p:nvGrpSpPr>
        <p:grpSpPr>
          <a:xfrm>
            <a:off x="347946" y="1523164"/>
            <a:ext cx="11486581" cy="1015663"/>
            <a:chOff x="289933" y="1127684"/>
            <a:chExt cx="8614936" cy="761748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3DF858A-65BC-7DCF-1BB7-C804254E0711}"/>
                </a:ext>
              </a:extLst>
            </p:cNvPr>
            <p:cNvGrpSpPr/>
            <p:nvPr/>
          </p:nvGrpSpPr>
          <p:grpSpPr>
            <a:xfrm>
              <a:off x="1654296" y="1127684"/>
              <a:ext cx="7250573" cy="761748"/>
              <a:chOff x="1654296" y="1127684"/>
              <a:chExt cx="7250573" cy="76174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B58F3C-F931-E3C6-6683-99F2036694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4296" y="1176415"/>
                <a:ext cx="4178099" cy="684611"/>
              </a:xfrm>
              <a:prstGeom prst="rect">
                <a:avLst/>
              </a:prstGeom>
              <a:noFill/>
            </p:spPr>
            <p:txBody>
              <a:bodyPr wrap="square" lIns="121920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33" b="0" i="0" u="none" strike="noStrike" kern="1200" cap="none" spc="0" normalizeH="0" baseline="0" noProof="0">
                    <a:ln>
                      <a:noFill/>
                    </a:ln>
                    <a:solidFill>
                      <a:srgbClr val="222731"/>
                    </a:solidFill>
                    <a:effectLst/>
                    <a:uLnTx/>
                    <a:uFillTx/>
                    <a:latin typeface="Calibri Light"/>
                    <a:ea typeface="+mn-ea"/>
                    <a:cs typeface="Times New Roman" panose="02020603050405020304" pitchFamily="18" charset="0"/>
                  </a:rPr>
                  <a:t>Healthcare professionals want </a:t>
                </a:r>
                <a:r>
                  <a:rPr kumimoji="0" lang="en-US" sz="1333" b="1" i="0" u="none" strike="noStrike" kern="1200" cap="none" spc="0" normalizeH="0" baseline="0" noProof="0">
                    <a:ln>
                      <a:noFill/>
                    </a:ln>
                    <a:solidFill>
                      <a:srgbClr val="222731"/>
                    </a:solidFill>
                    <a:effectLst/>
                    <a:uLnTx/>
                    <a:uFillTx/>
                    <a:latin typeface="Calibri Light"/>
                    <a:ea typeface="+mn-ea"/>
                    <a:cs typeface="Times New Roman" panose="02020603050405020304" pitchFamily="18" charset="0"/>
                  </a:rPr>
                  <a:t>digital efficiency without sacrificing personal relationships with representatives. </a:t>
                </a:r>
                <a:r>
                  <a:rPr kumimoji="0" lang="en-US" sz="1333" b="0" i="0" u="none" strike="noStrike" kern="1200" cap="none" spc="0" normalizeH="0" baseline="0" noProof="0">
                    <a:ln>
                      <a:noFill/>
                    </a:ln>
                    <a:solidFill>
                      <a:srgbClr val="222731"/>
                    </a:solidFill>
                    <a:effectLst/>
                    <a:uLnTx/>
                    <a:uFillTx/>
                    <a:latin typeface="Calibri Light"/>
                    <a:ea typeface="+mn-ea"/>
                    <a:cs typeface="Times New Roman" panose="02020603050405020304" pitchFamily="18" charset="0"/>
                  </a:rPr>
                  <a:t>Many value in-office rep </a:t>
                </a:r>
                <a:r>
                  <a:rPr kumimoji="0" lang="en-US" sz="1333" b="1" i="0" u="none" strike="noStrike" kern="1200" cap="none" spc="0" normalizeH="0" baseline="0" noProof="0">
                    <a:ln>
                      <a:noFill/>
                    </a:ln>
                    <a:solidFill>
                      <a:srgbClr val="222731"/>
                    </a:solidFill>
                    <a:effectLst/>
                    <a:uLnTx/>
                    <a:uFillTx/>
                    <a:latin typeface="Calibri Light"/>
                    <a:ea typeface="+mn-ea"/>
                    <a:cs typeface="Times New Roman" panose="02020603050405020304" pitchFamily="18" charset="0"/>
                  </a:rPr>
                  <a:t>convenience</a:t>
                </a:r>
                <a:r>
                  <a:rPr kumimoji="0" lang="en-US" sz="1333" b="0" i="0" u="none" strike="noStrike" kern="1200" cap="none" spc="0" normalizeH="0" baseline="0" noProof="0">
                    <a:ln>
                      <a:noFill/>
                    </a:ln>
                    <a:solidFill>
                      <a:srgbClr val="222731"/>
                    </a:solidFill>
                    <a:effectLst/>
                    <a:uLnTx/>
                    <a:uFillTx/>
                    <a:latin typeface="Calibri Light"/>
                    <a:ea typeface="+mn-ea"/>
                    <a:cs typeface="Times New Roman" panose="02020603050405020304" pitchFamily="18" charset="0"/>
                  </a:rPr>
                  <a:t> even when using portals. Non-portal users frequently cite preference for </a:t>
                </a:r>
                <a:r>
                  <a:rPr kumimoji="0" lang="en-US" sz="1333" b="1" i="0" u="none" strike="noStrike" kern="1200" cap="none" spc="0" normalizeH="0" baseline="0" noProof="0">
                    <a:ln>
                      <a:noFill/>
                    </a:ln>
                    <a:solidFill>
                      <a:srgbClr val="222731"/>
                    </a:solidFill>
                    <a:effectLst/>
                    <a:uLnTx/>
                    <a:uFillTx/>
                    <a:latin typeface="Calibri Light"/>
                    <a:ea typeface="+mn-ea"/>
                    <a:cs typeface="Times New Roman" panose="02020603050405020304" pitchFamily="18" charset="0"/>
                  </a:rPr>
                  <a:t>human interaction </a:t>
                </a:r>
                <a:r>
                  <a:rPr kumimoji="0" lang="en-US" sz="1333" b="0" i="0" u="none" strike="noStrike" kern="1200" cap="none" spc="0" normalizeH="0" baseline="0" noProof="0">
                    <a:ln>
                      <a:noFill/>
                    </a:ln>
                    <a:solidFill>
                      <a:srgbClr val="222731"/>
                    </a:solidFill>
                    <a:effectLst/>
                    <a:uLnTx/>
                    <a:uFillTx/>
                    <a:latin typeface="Calibri Light"/>
                    <a:ea typeface="+mn-ea"/>
                    <a:cs typeface="Times New Roman" panose="02020603050405020304" pitchFamily="18" charset="0"/>
                  </a:rPr>
                  <a:t>as their </a:t>
                </a:r>
                <a:r>
                  <a:rPr kumimoji="0" lang="en-US" sz="1333" b="1" i="0" u="none" strike="noStrike" kern="1200" cap="none" spc="0" normalizeH="0" baseline="0" noProof="0">
                    <a:ln>
                      <a:noFill/>
                    </a:ln>
                    <a:solidFill>
                      <a:srgbClr val="222731"/>
                    </a:solidFill>
                    <a:effectLst/>
                    <a:uLnTx/>
                    <a:uFillTx/>
                    <a:latin typeface="Calibri Light"/>
                    <a:ea typeface="+mn-ea"/>
                    <a:cs typeface="Times New Roman" panose="02020603050405020304" pitchFamily="18" charset="0"/>
                  </a:rPr>
                  <a:t>primary barrier</a:t>
                </a:r>
                <a:r>
                  <a:rPr kumimoji="0" lang="en-US" sz="1333" b="0" i="0" u="none" strike="noStrike" kern="1200" cap="none" spc="0" normalizeH="0" baseline="0" noProof="0">
                    <a:ln>
                      <a:noFill/>
                    </a:ln>
                    <a:solidFill>
                      <a:srgbClr val="222731"/>
                    </a:solidFill>
                    <a:effectLst/>
                    <a:uLnTx/>
                    <a:uFillTx/>
                    <a:latin typeface="Calibri Light"/>
                    <a:ea typeface="+mn-ea"/>
                    <a:cs typeface="Times New Roman" panose="02020603050405020304" pitchFamily="18" charset="0"/>
                  </a:rPr>
                  <a:t> to adoption.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111817-2A20-EC32-965E-6B8BF8E47E97}"/>
                  </a:ext>
                </a:extLst>
              </p:cNvPr>
              <p:cNvSpPr txBox="1"/>
              <p:nvPr/>
            </p:nvSpPr>
            <p:spPr>
              <a:xfrm>
                <a:off x="5905204" y="1127684"/>
                <a:ext cx="2999665" cy="7617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222731"/>
                    </a:solidFill>
                    <a:effectLst/>
                    <a:uLnTx/>
                    <a:uFillTx/>
                    <a:latin typeface="Calibri"/>
                    <a:ea typeface="Aptos" panose="020B0004020202020204" pitchFamily="34" charset="0"/>
                    <a:cs typeface="Times New Roman" panose="02020603050405020304" pitchFamily="18" charset="0"/>
                  </a:rPr>
                  <a:t>Launch Abbott's portal through rep-led introductions during office visits, with representatives demonstrating and enrolling HCPs using tablets for immediate onboarding. Position the portal as a rep-supported tool with exclusive features that strengthen the rep-HCP relationship rather than replacing it.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EEEF6D-B491-3AAF-4A6C-448F2CDFE322}"/>
                </a:ext>
              </a:extLst>
            </p:cNvPr>
            <p:cNvSpPr/>
            <p:nvPr/>
          </p:nvSpPr>
          <p:spPr>
            <a:xfrm>
              <a:off x="289933" y="1198681"/>
              <a:ext cx="1312324" cy="64008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Hybrid Rep-Portal Model Maximizes Adoption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961642E-3407-377C-EA7F-16EA18E9A7C8}"/>
              </a:ext>
            </a:extLst>
          </p:cNvPr>
          <p:cNvSpPr txBox="1"/>
          <p:nvPr/>
        </p:nvSpPr>
        <p:spPr>
          <a:xfrm>
            <a:off x="2139385" y="5405066"/>
            <a:ext cx="5667879" cy="912814"/>
          </a:xfrm>
          <a:prstGeom prst="rect">
            <a:avLst/>
          </a:prstGeom>
          <a:noFill/>
        </p:spPr>
        <p:txBody>
          <a:bodyPr wrap="square" lIns="1219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>
                <a:ln w="0"/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 While AI remains largely underutilized by HCPs, early adopters successfully leverage it for </a:t>
            </a:r>
            <a:r>
              <a:rPr kumimoji="0" lang="en-US" sz="1333" b="1" i="0" u="none" strike="noStrike" kern="1200" cap="none" spc="0" normalizeH="0" baseline="0" noProof="0">
                <a:ln w="0"/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insurance navigation </a:t>
            </a:r>
            <a:r>
              <a:rPr kumimoji="0" lang="en-US" sz="1333" b="0" i="0" u="none" strike="noStrike" kern="1200" cap="none" spc="0" normalizeH="0" baseline="0" noProof="0">
                <a:ln w="0"/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and </a:t>
            </a:r>
            <a:r>
              <a:rPr kumimoji="0" lang="en-US" sz="1333" b="1" i="0" u="none" strike="noStrike" kern="1200" cap="none" spc="0" normalizeH="0" baseline="0" noProof="0">
                <a:ln w="0"/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interpreting CGM patterns for treatment decisions</a:t>
            </a:r>
            <a:r>
              <a:rPr kumimoji="0" lang="en-US" sz="1333" b="0" i="0" u="none" strike="noStrike" kern="1200" cap="none" spc="0" normalizeH="0" baseline="0" noProof="0">
                <a:ln w="0"/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. Growing patient comfort with AI-enabled glucose tracking apps suggests eventual provider adoption may follow.</a:t>
            </a:r>
            <a:endParaRPr kumimoji="0" lang="en-US" sz="1333" b="0" i="0" u="none" strike="noStrike" kern="1200" cap="none" spc="0" normalizeH="0" baseline="0" noProof="0">
              <a:ln w="0"/>
              <a:solidFill>
                <a:srgbClr val="D9D9D6">
                  <a:lumMod val="25000"/>
                </a:srgb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F9843C-A56A-971A-4CDB-80DBEB98BBAA}"/>
              </a:ext>
            </a:extLst>
          </p:cNvPr>
          <p:cNvSpPr/>
          <p:nvPr/>
        </p:nvSpPr>
        <p:spPr>
          <a:xfrm>
            <a:off x="338858" y="5428197"/>
            <a:ext cx="1749765" cy="84655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AI-Enhanced Decision Support as Future Differentiator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FAD088-A204-0B40-3F2E-9F52039DD17B}"/>
              </a:ext>
            </a:extLst>
          </p:cNvPr>
          <p:cNvSpPr txBox="1"/>
          <p:nvPr/>
        </p:nvSpPr>
        <p:spPr>
          <a:xfrm>
            <a:off x="7834972" y="5470289"/>
            <a:ext cx="3999553" cy="1015663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wrap="square" l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Consider an opt-in AI assistant for insurance navigation, CGM selection, and prior authorization support while maintaining traditional functionality for the AI-hesitant group. Partner with existing AI platforms to ensure seamless integration and position as a future-forward differentiator.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507A3C-AAEA-9A7A-7780-3EFF4ED214C2}"/>
              </a:ext>
            </a:extLst>
          </p:cNvPr>
          <p:cNvSpPr/>
          <p:nvPr/>
        </p:nvSpPr>
        <p:spPr>
          <a:xfrm>
            <a:off x="7834974" y="1567040"/>
            <a:ext cx="3990245" cy="952669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C0A2A33-BFC0-C8A5-0904-16D6802676E7}"/>
              </a:ext>
            </a:extLst>
          </p:cNvPr>
          <p:cNvGrpSpPr/>
          <p:nvPr/>
        </p:nvGrpSpPr>
        <p:grpSpPr>
          <a:xfrm>
            <a:off x="357254" y="2556868"/>
            <a:ext cx="11486581" cy="872134"/>
            <a:chOff x="289933" y="1927812"/>
            <a:chExt cx="8614936" cy="6541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BAACFB-2EED-9CB8-07D5-4A2ACFCBDFBA}"/>
                </a:ext>
              </a:extLst>
            </p:cNvPr>
            <p:cNvSpPr txBox="1">
              <a:spLocks/>
            </p:cNvSpPr>
            <p:nvPr/>
          </p:nvSpPr>
          <p:spPr>
            <a:xfrm>
              <a:off x="1647314" y="2003258"/>
              <a:ext cx="4193721" cy="530770"/>
            </a:xfrm>
            <a:prstGeom prst="rect">
              <a:avLst/>
            </a:prstGeom>
            <a:noFill/>
          </p:spPr>
          <p:txBody>
            <a:bodyPr wrap="square" lIns="121920" rIns="24384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HCPs look for easy sampling experiences that </a:t>
              </a:r>
              <a:r>
                <a:rPr kumimoji="0" lang="en-US" sz="1333" b="1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minimize hassle and effort</a:t>
              </a:r>
              <a:r>
                <a:rPr kumimoji="0" lang="en-US" sz="1333" b="0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. Winning platforms deliver </a:t>
              </a:r>
              <a:r>
                <a:rPr kumimoji="0" lang="en-US" sz="1333" b="1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round-the-clock accessibility</a:t>
              </a:r>
              <a:r>
                <a:rPr kumimoji="0" lang="en-US" sz="1333" b="0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, </a:t>
              </a:r>
              <a:r>
                <a:rPr kumimoji="0" lang="en-US" sz="1333" b="1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intuitive interfaces</a:t>
              </a:r>
              <a:r>
                <a:rPr kumimoji="0" lang="en-US" sz="1333" b="0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, and </a:t>
              </a:r>
              <a:r>
                <a:rPr kumimoji="0" lang="en-US" sz="1333" b="1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rapid response </a:t>
              </a:r>
              <a:r>
                <a:rPr kumimoji="0" lang="en-US" sz="1333" b="0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to urgent sample needs.</a:t>
              </a:r>
              <a:endPara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6AA0C33-B8AC-7E00-D007-3FA89E11592A}"/>
                </a:ext>
              </a:extLst>
            </p:cNvPr>
            <p:cNvSpPr/>
            <p:nvPr/>
          </p:nvSpPr>
          <p:spPr>
            <a:xfrm>
              <a:off x="289933" y="1965113"/>
              <a:ext cx="1312324" cy="61679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Competitive Differentiation Through Portal Excellence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423A88-D150-FB99-E215-156746E50059}"/>
                </a:ext>
              </a:extLst>
            </p:cNvPr>
            <p:cNvSpPr txBox="1"/>
            <p:nvPr/>
          </p:nvSpPr>
          <p:spPr>
            <a:xfrm>
              <a:off x="5905204" y="1927812"/>
              <a:ext cx="2999665" cy="6232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"/>
                  <a:ea typeface="Aptos" panose="020B0004020202020204" pitchFamily="34" charset="0"/>
                  <a:cs typeface="Times New Roman" panose="02020603050405020304" pitchFamily="18" charset="0"/>
                </a:rPr>
                <a:t>Develop a best-in-class portal with one-click reordering, 24-hour guaranteed delivery for urgent requests, and mobile optimization for efficient ordering. Benchmark against Dexcom's portal to maintain competitive parity or advantage.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D1CA18C-8CE9-5CC9-88C8-31479942EFC3}"/>
                </a:ext>
              </a:extLst>
            </p:cNvPr>
            <p:cNvSpPr/>
            <p:nvPr/>
          </p:nvSpPr>
          <p:spPr>
            <a:xfrm>
              <a:off x="5912185" y="1927812"/>
              <a:ext cx="2992684" cy="630195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7A5DAD0-8CAE-F532-1F4D-148EB06E2141}"/>
              </a:ext>
            </a:extLst>
          </p:cNvPr>
          <p:cNvGrpSpPr/>
          <p:nvPr/>
        </p:nvGrpSpPr>
        <p:grpSpPr>
          <a:xfrm>
            <a:off x="357254" y="3419737"/>
            <a:ext cx="11486581" cy="1024656"/>
            <a:chOff x="289933" y="2580293"/>
            <a:chExt cx="8614936" cy="76849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2D0A06-B1D5-7025-B8EA-3B14853528F4}"/>
                </a:ext>
              </a:extLst>
            </p:cNvPr>
            <p:cNvSpPr txBox="1"/>
            <p:nvPr/>
          </p:nvSpPr>
          <p:spPr>
            <a:xfrm>
              <a:off x="1654295" y="2620074"/>
              <a:ext cx="4250909" cy="684611"/>
            </a:xfrm>
            <a:prstGeom prst="rect">
              <a:avLst/>
            </a:prstGeom>
            <a:noFill/>
          </p:spPr>
          <p:txBody>
            <a:bodyPr wrap="square" lIns="12192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>
                  <a:ln>
                    <a:noFill/>
                  </a:ln>
                  <a:solidFill>
                    <a:srgbClr val="D9D9D6">
                      <a:lumMod val="25000"/>
                    </a:srgbClr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PCPs prioritize </a:t>
              </a:r>
              <a:r>
                <a:rPr kumimoji="0" lang="en-US" sz="1333" b="1" i="0" u="none" strike="noStrike" kern="1200" cap="none" spc="0" normalizeH="0" baseline="0" noProof="0">
                  <a:ln>
                    <a:noFill/>
                  </a:ln>
                  <a:solidFill>
                    <a:srgbClr val="D9D9D6">
                      <a:lumMod val="25000"/>
                    </a:srgbClr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instructional materials and safety information, </a:t>
              </a:r>
              <a:r>
                <a:rPr kumimoji="0" lang="en-US" sz="1333" b="0" i="0" u="none" strike="noStrike" kern="1200" cap="none" spc="0" normalizeH="0" baseline="0" noProof="0">
                  <a:ln>
                    <a:noFill/>
                  </a:ln>
                  <a:solidFill>
                    <a:srgbClr val="D9D9D6">
                      <a:lumMod val="25000"/>
                    </a:srgbClr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while both PCPs and Endos find value in patient educational resources. </a:t>
              </a:r>
              <a:r>
                <a:rPr kumimoji="0" lang="en-US" sz="1333" b="1" i="0" u="none" strike="noStrike" kern="1200" cap="none" spc="0" normalizeH="0" baseline="0" noProof="0">
                  <a:ln>
                    <a:noFill/>
                  </a:ln>
                  <a:solidFill>
                    <a:srgbClr val="D9D9D6">
                      <a:lumMod val="25000"/>
                    </a:srgbClr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PCPs find exclusives and promos most motivating </a:t>
              </a:r>
              <a:r>
                <a:rPr kumimoji="0" lang="en-US" sz="1333" b="0" i="0" u="none" strike="noStrike" kern="1200" cap="none" spc="0" normalizeH="0" baseline="0" noProof="0">
                  <a:ln>
                    <a:noFill/>
                  </a:ln>
                  <a:solidFill>
                    <a:srgbClr val="D9D9D6">
                      <a:lumMod val="25000"/>
                    </a:srgbClr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to use a manufacturer portal, while </a:t>
              </a:r>
              <a:r>
                <a:rPr kumimoji="0" lang="en-US" sz="1333" b="1" i="0" u="none" strike="noStrike" kern="1200" cap="none" spc="0" normalizeH="0" baseline="0" noProof="0">
                  <a:ln>
                    <a:noFill/>
                  </a:ln>
                  <a:solidFill>
                    <a:srgbClr val="D9D9D6">
                      <a:lumMod val="25000"/>
                    </a:srgbClr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Endos are motivated by quicker processing and delivery</a:t>
              </a:r>
              <a:r>
                <a:rPr kumimoji="0" lang="en-US" sz="1333" b="0" i="0" u="none" strike="noStrike" kern="1200" cap="none" spc="0" normalizeH="0" baseline="0" noProof="0">
                  <a:ln>
                    <a:noFill/>
                  </a:ln>
                  <a:solidFill>
                    <a:srgbClr val="D9D9D6">
                      <a:lumMod val="25000"/>
                    </a:srgbClr>
                  </a:solidFill>
                  <a:effectLst/>
                  <a:uLnTx/>
                  <a:uFillTx/>
                  <a:latin typeface="Calibri Light"/>
                  <a:ea typeface="Aptos" panose="020B0004020202020204" pitchFamily="34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29BB328-D1A9-3124-A450-4A43317E69A9}"/>
                </a:ext>
              </a:extLst>
            </p:cNvPr>
            <p:cNvSpPr/>
            <p:nvPr/>
          </p:nvSpPr>
          <p:spPr>
            <a:xfrm>
              <a:off x="289933" y="2649538"/>
              <a:ext cx="1312324" cy="64008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227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Specialty-Specific Value Propositions Drive Engagement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376A9F6-C350-C626-9B04-704067E54F3C}"/>
                </a:ext>
              </a:extLst>
            </p:cNvPr>
            <p:cNvSpPr txBox="1"/>
            <p:nvPr/>
          </p:nvSpPr>
          <p:spPr>
            <a:xfrm>
              <a:off x="5905204" y="2587038"/>
              <a:ext cx="2999665" cy="7617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D9D9D6">
                      <a:lumMod val="25000"/>
                    </a:srgbClr>
                  </a:solidFill>
                  <a:effectLst/>
                  <a:uLnTx/>
                  <a:uFillTx/>
                  <a:latin typeface="Calibri"/>
                  <a:ea typeface="Aptos" panose="020B0004020202020204" pitchFamily="34" charset="0"/>
                  <a:cs typeface="Times New Roman" panose="02020603050405020304" pitchFamily="18" charset="0"/>
                </a:rPr>
                <a:t>Create dual portal experiences: comprehensive educational libraries and training videos for PCPs versus quick-order templates and bulk options for endocrinologists. Develop PCP-exclusive benefits such as early product access or CME credits for portal training completion.</a:t>
              </a:r>
              <a:endParaRPr kumimoji="0" lang="en-US" sz="1200" b="0" i="0" u="none" strike="sngStrike" kern="1200" cap="none" spc="0" normalizeH="0" baseline="0" noProof="0">
                <a:ln>
                  <a:noFill/>
                </a:ln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E61671F-5736-0068-4F93-0F029AFECA64}"/>
                </a:ext>
              </a:extLst>
            </p:cNvPr>
            <p:cNvSpPr/>
            <p:nvPr/>
          </p:nvSpPr>
          <p:spPr>
            <a:xfrm>
              <a:off x="5908694" y="2580293"/>
              <a:ext cx="2992684" cy="74123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2735077-3052-42BD-4678-53692F930E73}"/>
              </a:ext>
            </a:extLst>
          </p:cNvPr>
          <p:cNvSpPr txBox="1"/>
          <p:nvPr/>
        </p:nvSpPr>
        <p:spPr>
          <a:xfrm>
            <a:off x="2184629" y="4544629"/>
            <a:ext cx="5667879" cy="707694"/>
          </a:xfrm>
          <a:prstGeom prst="rect">
            <a:avLst/>
          </a:prstGeom>
          <a:noFill/>
        </p:spPr>
        <p:txBody>
          <a:bodyPr wrap="square" lIns="1219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HCPs prioritize </a:t>
            </a: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patient assistance programs</a:t>
            </a: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educational resources </a:t>
            </a: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as the most valuable additional portal features. PCPs especially emphasize providing </a:t>
            </a: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comprehensive safety instructions </a:t>
            </a: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and </a:t>
            </a: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side effect information </a:t>
            </a: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D9D9D6">
                    <a:lumMod val="25000"/>
                  </a:srgbClr>
                </a:solidFill>
                <a:effectLst/>
                <a:uLnTx/>
                <a:uFillTx/>
                <a:latin typeface="Calibri Light"/>
                <a:ea typeface="Aptos" panose="020B0004020202020204" pitchFamily="34" charset="0"/>
                <a:cs typeface="Times New Roman" panose="02020603050405020304" pitchFamily="18" charset="0"/>
              </a:rPr>
              <a:t>alongside samples.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D9D9D6">
                  <a:lumMod val="25000"/>
                </a:srgb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D04A1B-0E01-FCC4-F2D2-186FB3C11598}"/>
              </a:ext>
            </a:extLst>
          </p:cNvPr>
          <p:cNvSpPr/>
          <p:nvPr/>
        </p:nvSpPr>
        <p:spPr>
          <a:xfrm>
            <a:off x="357254" y="4443953"/>
            <a:ext cx="1749765" cy="8534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Patient Support Resources as Primary Portal Value Driver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1E2FC1-025F-61BF-0918-D18D20A349BB}"/>
              </a:ext>
            </a:extLst>
          </p:cNvPr>
          <p:cNvSpPr txBox="1"/>
          <p:nvPr/>
        </p:nvSpPr>
        <p:spPr>
          <a:xfrm>
            <a:off x="7913672" y="4426408"/>
            <a:ext cx="3999553" cy="1015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Aptos" panose="020B0004020202020204" pitchFamily="34" charset="0"/>
                <a:cs typeface="Times New Roman" panose="02020603050405020304" pitchFamily="18" charset="0"/>
              </a:rPr>
              <a:t>Position the portal as a comprehensive patient support hub with downloadable starter kits, insurance navigation tools, and multilingual education materials. Enable HCPs to directly send digital resources to patients with engagement tracking capabilities.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4C42FFE-FA8C-8431-9A42-E03EBA684F23}"/>
              </a:ext>
            </a:extLst>
          </p:cNvPr>
          <p:cNvSpPr/>
          <p:nvPr/>
        </p:nvSpPr>
        <p:spPr>
          <a:xfrm>
            <a:off x="7839627" y="4433878"/>
            <a:ext cx="3990245" cy="990258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51" name="Text Placeholder 1">
            <a:extLst>
              <a:ext uri="{FF2B5EF4-FFF2-40B4-BE49-F238E27FC236}">
                <a16:creationId xmlns:a16="http://schemas.microsoft.com/office/drawing/2014/main" id="{80BFE952-5AA9-E96E-55D0-5A0C7EB897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2" y="355600"/>
            <a:ext cx="6989233" cy="348813"/>
          </a:xfrm>
        </p:spPr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54" name="Title 5">
            <a:extLst>
              <a:ext uri="{FF2B5EF4-FFF2-40B4-BE49-F238E27FC236}">
                <a16:creationId xmlns:a16="http://schemas.microsoft.com/office/drawing/2014/main" id="{D2407AB2-DBF4-DF0B-56E2-42423F1A3571}"/>
              </a:ext>
            </a:extLst>
          </p:cNvPr>
          <p:cNvSpPr txBox="1">
            <a:spLocks/>
          </p:cNvSpPr>
          <p:nvPr/>
        </p:nvSpPr>
        <p:spPr>
          <a:xfrm>
            <a:off x="670559" y="567611"/>
            <a:ext cx="10850880" cy="520701"/>
          </a:xfrm>
          <a:prstGeom prst="rect">
            <a:avLst/>
          </a:prstGeom>
        </p:spPr>
        <p:txBody>
          <a:bodyPr vert="horz" lIns="0" tIns="0" rIns="121920" bIns="6096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67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Insights and Implications for Increasing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Adoption of Sample Requests via Manufacturer Portal</a:t>
            </a:r>
            <a:endParaRPr kumimoji="0" lang="en-US" sz="2267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0875C6-4308-7F77-D272-D801911D0E35}"/>
              </a:ext>
            </a:extLst>
          </p:cNvPr>
          <p:cNvSpPr/>
          <p:nvPr/>
        </p:nvSpPr>
        <p:spPr>
          <a:xfrm>
            <a:off x="2107019" y="2538827"/>
            <a:ext cx="9806206" cy="88091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AEE516-6FE2-D86D-88D6-DE01E4BA0A61}"/>
              </a:ext>
            </a:extLst>
          </p:cNvPr>
          <p:cNvSpPr/>
          <p:nvPr/>
        </p:nvSpPr>
        <p:spPr>
          <a:xfrm>
            <a:off x="2140997" y="3452817"/>
            <a:ext cx="9806206" cy="103077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</p:spTree>
    <p:extLst>
      <p:ext uri="{BB962C8B-B14F-4D97-AF65-F5344CB8AC3E}">
        <p14:creationId xmlns:p14="http://schemas.microsoft.com/office/powerpoint/2010/main" val="1222480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776567-9462-88C6-9EF8-604D8B5EF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Competitor Landscape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A8A894-AFB8-0EDF-3611-0A3B8BAA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2" y="662758"/>
            <a:ext cx="10850880" cy="520701"/>
          </a:xfrm>
        </p:spPr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Novo Nordisk has “Sample Portal” to manage samples + Materials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E4FEC-FA86-038D-D472-DD1931A1BF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2F1523-5C4C-57D6-38D7-E934D3D0E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2" y="1956662"/>
            <a:ext cx="5874306" cy="23199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84507A-B9B2-605D-7D43-180C9AA5E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626" y="3881068"/>
            <a:ext cx="6349584" cy="233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9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3757C2-C216-0F6D-EC9A-EFF208A1B3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Competitor Landscape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B312D-EFB4-B89C-2A89-9E241179D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04374"/>
            <a:ext cx="10850880" cy="520701"/>
          </a:xfrm>
        </p:spPr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Eli Lily and Dexcom tie together CWR and Sample Requests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5AFFE-46D5-012E-F2B1-703D20FA2D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13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646D8E-95B2-4E9C-CE52-35AD83A94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452" y="1935193"/>
            <a:ext cx="5237178" cy="42217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E9B0AB-1803-1711-F7ED-DBA6BF822D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142"/>
          <a:stretch/>
        </p:blipFill>
        <p:spPr>
          <a:xfrm>
            <a:off x="670560" y="1876786"/>
            <a:ext cx="4485334" cy="433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2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3378A-567A-CEE4-49E4-4B0CBADA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CC908A7-60A5-E91A-07E4-04B8BCAAEA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2" y="355600"/>
            <a:ext cx="6989233" cy="348813"/>
          </a:xfrm>
        </p:spPr>
        <p:txBody>
          <a:bodyPr/>
          <a:lstStyle/>
          <a:p>
            <a:r>
              <a:rPr lang="en-US"/>
              <a:t>Product samples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58E291E-B022-B0A5-A01E-585279BA728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3615" y="1463943"/>
            <a:ext cx="10850880" cy="365760"/>
          </a:xfrm>
        </p:spPr>
        <p:txBody>
          <a:bodyPr/>
          <a:lstStyle/>
          <a:p>
            <a:r>
              <a:rPr lang="en-US"/>
              <a:t>Materials Provided with Patient Samples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8EB81D7-FD8A-EEBD-9C7F-A34D16492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10850880" cy="520701"/>
          </a:xfrm>
        </p:spPr>
        <p:txBody>
          <a:bodyPr/>
          <a:lstStyle/>
          <a:p>
            <a:r>
              <a:rPr lang="en-US" sz="2000"/>
              <a:t>Most HCPs distribute educational materials with samples, led by PCPs, who also share side-effect information more often than Endos.</a:t>
            </a:r>
            <a:endParaRPr lang="en-IN" sz="200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D553E21-2F22-0208-5879-3DE1EB06E72A}"/>
              </a:ext>
            </a:extLst>
          </p:cNvPr>
          <p:cNvSpPr txBox="1">
            <a:spLocks/>
          </p:cNvSpPr>
          <p:nvPr/>
        </p:nvSpPr>
        <p:spPr bwMode="gray">
          <a:xfrm>
            <a:off x="670560" y="6098541"/>
            <a:ext cx="6689796" cy="237957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</a:rPr>
              <a:t>Source: Total n=131; PCP n=92; Endo n=39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</a:rPr>
              <a:t>Q13:When you provide a sample to a patient, what materials do you usually give them?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63A008-5CE8-FC2A-17BC-7538BCD317F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2119CD-3B2D-4CEB-B404-D2E3F8CD6D69}" type="slidenum">
              <a:rPr kumimoji="0" lang="en-IN" sz="933" b="0" i="0" u="none" strike="noStrike" kern="1200" cap="none" spc="0" normalizeH="0" baseline="0" noProof="0" smtClean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933" b="0" i="0" u="none" strike="noStrike" kern="1200" cap="none" spc="0" normalizeH="0" baseline="0" noProof="0">
              <a:ln>
                <a:noFill/>
              </a:ln>
              <a:solidFill>
                <a:srgbClr val="222731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aphicFrame>
        <p:nvGraphicFramePr>
          <p:cNvPr id="5" name="Content Placeholder 13">
            <a:extLst>
              <a:ext uri="{FF2B5EF4-FFF2-40B4-BE49-F238E27FC236}">
                <a16:creationId xmlns:a16="http://schemas.microsoft.com/office/drawing/2014/main" id="{48ADA0F2-3F1A-4893-87B7-6C02E8E3C0B6}"/>
              </a:ext>
            </a:extLst>
          </p:cNvPr>
          <p:cNvGraphicFramePr>
            <a:graphicFrameLocks/>
          </p:cNvGraphicFramePr>
          <p:nvPr/>
        </p:nvGraphicFramePr>
        <p:xfrm>
          <a:off x="610685" y="2191768"/>
          <a:ext cx="10759015" cy="31555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19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8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6319">
                <a:tc>
                  <a:txBody>
                    <a:bodyPr/>
                    <a:lstStyle/>
                    <a:p>
                      <a:endParaRPr lang="en-US" sz="16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12700" cmpd="sng">
                      <a:noFill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j-lt"/>
                        </a:rPr>
                        <a:t>Total</a:t>
                      </a:r>
                    </a:p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(A)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PCP</a:t>
                      </a:r>
                    </a:p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(B)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j-lt"/>
                        </a:rPr>
                        <a:t>Endo</a:t>
                      </a:r>
                    </a:p>
                    <a:p>
                      <a:pPr algn="ctr"/>
                      <a:r>
                        <a:rPr lang="en-US" sz="1100">
                          <a:latin typeface="+mj-lt"/>
                          <a:cs typeface="Calibri" panose="020F0502020204030204" pitchFamily="34" charset="0"/>
                        </a:rPr>
                        <a:t>(C )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4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49">
                <a:tc>
                  <a:txBody>
                    <a:bodyPr/>
                    <a:lstStyle/>
                    <a:p>
                      <a:r>
                        <a:rPr lang="en-US" sz="1000">
                          <a:latin typeface="+mj-lt"/>
                          <a:cs typeface="Calibri" panose="020F0502020204030204" pitchFamily="34" charset="0"/>
                        </a:rPr>
                        <a:t>Instructions on how to use the product safely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82%C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749">
                <a:tc>
                  <a:txBody>
                    <a:bodyPr/>
                    <a:lstStyle/>
                    <a:p>
                      <a:r>
                        <a:rPr lang="en-US" sz="1000">
                          <a:latin typeface="+mj-lt"/>
                        </a:rPr>
                        <a:t>Patient educational materials specific to the product</a:t>
                      </a:r>
                      <a:endParaRPr lang="en-US" sz="10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930291"/>
                  </a:ext>
                </a:extLst>
              </a:tr>
              <a:tr h="372749">
                <a:tc>
                  <a:txBody>
                    <a:bodyPr/>
                    <a:lstStyle/>
                    <a:p>
                      <a:r>
                        <a:rPr lang="en-US" sz="1000">
                          <a:latin typeface="+mj-lt"/>
                        </a:rPr>
                        <a:t>Information on potential side effects</a:t>
                      </a:r>
                      <a:endParaRPr lang="en-US" sz="10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62%C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749">
                <a:tc>
                  <a:txBody>
                    <a:bodyPr/>
                    <a:lstStyle/>
                    <a:p>
                      <a:r>
                        <a:rPr lang="en-US" sz="1000">
                          <a:latin typeface="+mj-lt"/>
                        </a:rPr>
                        <a:t>Details on how to obtain a full prescription</a:t>
                      </a:r>
                      <a:endParaRPr lang="en-US" sz="10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749">
                <a:tc>
                  <a:txBody>
                    <a:bodyPr/>
                    <a:lstStyle/>
                    <a:p>
                      <a:r>
                        <a:rPr lang="en-US" sz="1000">
                          <a:latin typeface="+mj-lt"/>
                        </a:rPr>
                        <a:t>Contact information for questions or concerns</a:t>
                      </a:r>
                      <a:endParaRPr lang="en-US" sz="100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749">
                <a:tc>
                  <a:txBody>
                    <a:bodyPr/>
                    <a:lstStyle/>
                    <a:p>
                      <a:r>
                        <a:rPr lang="en-US" sz="1000">
                          <a:latin typeface="+mj-lt"/>
                          <a:cs typeface="Calibri" panose="020F0502020204030204" pitchFamily="34" charset="0"/>
                        </a:rPr>
                        <a:t>Other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689381"/>
                  </a:ext>
                </a:extLst>
              </a:tr>
              <a:tr h="372749">
                <a:tc>
                  <a:txBody>
                    <a:bodyPr/>
                    <a:lstStyle/>
                    <a:p>
                      <a:r>
                        <a:rPr lang="en-US" sz="1000">
                          <a:latin typeface="+mj-lt"/>
                          <a:cs typeface="Calibri" panose="020F0502020204030204" pitchFamily="34" charset="0"/>
                        </a:rPr>
                        <a:t>None of the above </a:t>
                      </a:r>
                    </a:p>
                  </a:txBody>
                  <a:tcPr marL="121920" marR="12192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17398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6F6FB7E-576A-D447-BA6E-C27FFEC37255}"/>
              </a:ext>
            </a:extLst>
          </p:cNvPr>
          <p:cNvSpPr txBox="1"/>
          <p:nvPr/>
        </p:nvSpPr>
        <p:spPr>
          <a:xfrm>
            <a:off x="9665170" y="6037831"/>
            <a:ext cx="149752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22731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Statistical testing at 90% significance</a:t>
            </a:r>
          </a:p>
        </p:txBody>
      </p:sp>
    </p:spTree>
    <p:extLst>
      <p:ext uri="{BB962C8B-B14F-4D97-AF65-F5344CB8AC3E}">
        <p14:creationId xmlns:p14="http://schemas.microsoft.com/office/powerpoint/2010/main" val="95864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61CDDA-1A76-4890-3C2A-C0BF82D242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PROJECT NEON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8225DC-A271-016D-D0D3-BCFAB751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Customer Journey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29B4B-4030-0196-1274-25DCE844E43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152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F4A927-E968-377B-A04A-728AD709F1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Current </a:t>
            </a:r>
            <a:r>
              <a:rPr lang="en-US" err="1"/>
              <a:t>Websampling</a:t>
            </a:r>
            <a:r>
              <a:rPr lang="en-US"/>
              <a:t> Journey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53AB4F-0689-E7A5-51BE-8744D172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623566"/>
            <a:ext cx="10850880" cy="520701"/>
          </a:xfrm>
        </p:spPr>
        <p:txBody>
          <a:bodyPr/>
          <a:lstStyle/>
          <a:p>
            <a:r>
              <a:rPr lang="en-US"/>
              <a:t>Project Carbon Current User Journey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C7FDC-339C-E5B4-1438-BDC0E7E8782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092520" y="6734069"/>
            <a:ext cx="554360" cy="366183"/>
          </a:xfrm>
        </p:spPr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16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BDCDE5-CB84-C690-2BAD-E8EEEE0651E4}"/>
              </a:ext>
            </a:extLst>
          </p:cNvPr>
          <p:cNvSpPr txBox="1"/>
          <p:nvPr/>
        </p:nvSpPr>
        <p:spPr>
          <a:xfrm>
            <a:off x="751840" y="1352303"/>
            <a:ext cx="241808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b="1">
                <a:solidFill>
                  <a:schemeClr val="accent3"/>
                </a:solidFill>
                <a:latin typeface="+mj-lt"/>
              </a:rPr>
              <a:t>CLOSED</a:t>
            </a:r>
            <a:r>
              <a:rPr lang="en-US">
                <a:solidFill>
                  <a:schemeClr val="accent3"/>
                </a:solidFill>
                <a:latin typeface="+mj-lt"/>
              </a:rPr>
              <a:t> FORM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F82665E2-5CD9-C114-A767-E363830E27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8625994"/>
              </p:ext>
            </p:extLst>
          </p:nvPr>
        </p:nvGraphicFramePr>
        <p:xfrm>
          <a:off x="670560" y="3424991"/>
          <a:ext cx="10754360" cy="1479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1132806-B8FE-BE34-B2FA-D6A89CCA530A}"/>
              </a:ext>
            </a:extLst>
          </p:cNvPr>
          <p:cNvSpPr txBox="1"/>
          <p:nvPr/>
        </p:nvSpPr>
        <p:spPr>
          <a:xfrm>
            <a:off x="751840" y="2241990"/>
            <a:ext cx="3454400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Ineligible Page </a:t>
            </a:r>
            <a:r>
              <a:rPr lang="en-US" sz="1400" b="1" u="sng">
                <a:latin typeface="+mj-lt"/>
              </a:rPr>
              <a:t>OR</a:t>
            </a:r>
            <a:r>
              <a:rPr lang="en-US" sz="1400">
                <a:latin typeface="+mj-lt"/>
              </a:rPr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You’ve Already Requested Samples Page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FF05DF-955E-FD70-E721-C704F837CC4D}"/>
              </a:ext>
            </a:extLst>
          </p:cNvPr>
          <p:cNvSpPr txBox="1"/>
          <p:nvPr/>
        </p:nvSpPr>
        <p:spPr>
          <a:xfrm>
            <a:off x="2635888" y="4909145"/>
            <a:ext cx="2329601" cy="95410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 b="1">
                <a:latin typeface="+mj-lt"/>
              </a:rPr>
              <a:t>Update - </a:t>
            </a:r>
          </a:p>
          <a:p>
            <a:pPr algn="l"/>
            <a:r>
              <a:rPr lang="en-US" sz="1400" b="1">
                <a:latin typeface="+mj-lt"/>
              </a:rPr>
              <a:t>NEW</a:t>
            </a:r>
            <a:r>
              <a:rPr lang="en-US" sz="1400">
                <a:latin typeface="+mj-lt"/>
              </a:rPr>
              <a:t>: Dynamic Product Qty </a:t>
            </a:r>
          </a:p>
          <a:p>
            <a:pPr algn="l"/>
            <a:r>
              <a:rPr lang="en-US" sz="1400" b="1">
                <a:latin typeface="+mj-lt"/>
              </a:rPr>
              <a:t>NEW</a:t>
            </a:r>
            <a:r>
              <a:rPr lang="en-US" sz="1400">
                <a:latin typeface="+mj-lt"/>
              </a:rPr>
              <a:t>: Gov Agency Question</a:t>
            </a:r>
          </a:p>
          <a:p>
            <a:r>
              <a:rPr lang="en-US" sz="1400" b="1">
                <a:latin typeface="+mj-lt"/>
              </a:rPr>
              <a:t>UPDATED</a:t>
            </a:r>
            <a:r>
              <a:rPr lang="en-US" sz="1400">
                <a:latin typeface="+mj-lt"/>
              </a:rPr>
              <a:t>: </a:t>
            </a:r>
            <a:r>
              <a:rPr lang="en-US" sz="1400" err="1">
                <a:latin typeface="+mj-lt"/>
              </a:rPr>
              <a:t>TsCs</a:t>
            </a:r>
            <a:r>
              <a:rPr lang="en-US" sz="1400">
                <a:latin typeface="+mj-lt"/>
              </a:rPr>
              <a:t> v2.0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CBCC2DD3-C6B7-D5DC-EBE3-74EA31DB9987}"/>
              </a:ext>
            </a:extLst>
          </p:cNvPr>
          <p:cNvSpPr/>
          <p:nvPr/>
        </p:nvSpPr>
        <p:spPr>
          <a:xfrm rot="10800000">
            <a:off x="1109979" y="2985137"/>
            <a:ext cx="386080" cy="52070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26B5B3-2F35-6F9A-E6AA-CB80E4AAB911}"/>
              </a:ext>
            </a:extLst>
          </p:cNvPr>
          <p:cNvSpPr txBox="1"/>
          <p:nvPr/>
        </p:nvSpPr>
        <p:spPr>
          <a:xfrm>
            <a:off x="8219440" y="5026282"/>
            <a:ext cx="1997072" cy="95410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 b="1">
                <a:latin typeface="+mj-lt"/>
              </a:rPr>
              <a:t>Form Update - </a:t>
            </a:r>
          </a:p>
          <a:p>
            <a:pPr algn="l"/>
            <a:r>
              <a:rPr lang="en-US" sz="1400" b="1">
                <a:latin typeface="+mj-lt"/>
              </a:rPr>
              <a:t>NEW</a:t>
            </a:r>
            <a:r>
              <a:rPr lang="en-US" sz="1400">
                <a:latin typeface="+mj-lt"/>
              </a:rPr>
              <a:t>: Packing Slip Status</a:t>
            </a:r>
          </a:p>
          <a:p>
            <a:pPr algn="l"/>
            <a:r>
              <a:rPr lang="en-US" sz="1400">
                <a:latin typeface="+mj-lt"/>
              </a:rPr>
              <a:t>determine eligibility for re-ordering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425D7-2F2E-73EB-CDA1-61BFC1D31922}"/>
              </a:ext>
            </a:extLst>
          </p:cNvPr>
          <p:cNvSpPr txBox="1"/>
          <p:nvPr/>
        </p:nvSpPr>
        <p:spPr>
          <a:xfrm>
            <a:off x="767080" y="4883288"/>
            <a:ext cx="1670050" cy="11695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 b="1">
                <a:latin typeface="+mj-lt"/>
              </a:rPr>
              <a:t>Update – </a:t>
            </a:r>
          </a:p>
          <a:p>
            <a:pPr algn="l"/>
            <a:r>
              <a:rPr lang="en-US" sz="1400" b="1">
                <a:latin typeface="+mj-lt"/>
              </a:rPr>
              <a:t>Query Eligibility </a:t>
            </a:r>
            <a:r>
              <a:rPr lang="en-US" sz="1400">
                <a:latin typeface="+mj-lt"/>
              </a:rPr>
              <a:t>Across entire CRM database (not just selected HCPs)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D499B7C-AE57-9BAA-88DF-088F712EB390}"/>
              </a:ext>
            </a:extLst>
          </p:cNvPr>
          <p:cNvSpPr/>
          <p:nvPr/>
        </p:nvSpPr>
        <p:spPr>
          <a:xfrm rot="10800000">
            <a:off x="4889499" y="2980157"/>
            <a:ext cx="386080" cy="52070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828B29-72B4-6EDD-ED65-40DCC85B2C3E}"/>
              </a:ext>
            </a:extLst>
          </p:cNvPr>
          <p:cNvSpPr txBox="1"/>
          <p:nvPr/>
        </p:nvSpPr>
        <p:spPr>
          <a:xfrm>
            <a:off x="4765040" y="2457433"/>
            <a:ext cx="3454400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>
                <a:latin typeface="+mj-lt"/>
              </a:rPr>
              <a:t>DCR Process for certain HCPs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45FB071-A0DC-5235-2484-2797341DDB01}"/>
              </a:ext>
            </a:extLst>
          </p:cNvPr>
          <p:cNvCxnSpPr/>
          <p:nvPr/>
        </p:nvCxnSpPr>
        <p:spPr>
          <a:xfrm flipV="1">
            <a:off x="6492240" y="1956633"/>
            <a:ext cx="751840" cy="41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461630-1D7E-2230-5645-86E1BBF65002}"/>
              </a:ext>
            </a:extLst>
          </p:cNvPr>
          <p:cNvCxnSpPr>
            <a:cxnSpLocks/>
          </p:cNvCxnSpPr>
          <p:nvPr/>
        </p:nvCxnSpPr>
        <p:spPr>
          <a:xfrm>
            <a:off x="6492240" y="2921765"/>
            <a:ext cx="447040" cy="579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2C0B7B9-0FB3-5DAC-F055-5B193F081011}"/>
              </a:ext>
            </a:extLst>
          </p:cNvPr>
          <p:cNvSpPr txBox="1"/>
          <p:nvPr/>
        </p:nvSpPr>
        <p:spPr>
          <a:xfrm>
            <a:off x="6418920" y="3041667"/>
            <a:ext cx="3454400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>
                <a:solidFill>
                  <a:srgbClr val="00B050"/>
                </a:solidFill>
                <a:latin typeface="+mj-lt"/>
              </a:rPr>
              <a:t>Success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E5317D-65BC-47B5-B966-A770ED29F0C8}"/>
              </a:ext>
            </a:extLst>
          </p:cNvPr>
          <p:cNvSpPr txBox="1"/>
          <p:nvPr/>
        </p:nvSpPr>
        <p:spPr>
          <a:xfrm>
            <a:off x="6715760" y="1984584"/>
            <a:ext cx="3454400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>
                <a:solidFill>
                  <a:srgbClr val="FF0000"/>
                </a:solidFill>
                <a:latin typeface="+mj-lt"/>
              </a:rPr>
              <a:t>Fail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E052A4-CB39-69D5-FA80-4B9B2F6284D0}"/>
              </a:ext>
            </a:extLst>
          </p:cNvPr>
          <p:cNvSpPr txBox="1"/>
          <p:nvPr/>
        </p:nvSpPr>
        <p:spPr>
          <a:xfrm>
            <a:off x="7467600" y="1857539"/>
            <a:ext cx="3454400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>
                <a:latin typeface="+mj-lt"/>
              </a:rPr>
              <a:t>Email to resubmit with another email address 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34F6A65E-3794-EB5C-A577-3B4AD5AE504A}"/>
              </a:ext>
            </a:extLst>
          </p:cNvPr>
          <p:cNvSpPr/>
          <p:nvPr/>
        </p:nvSpPr>
        <p:spPr>
          <a:xfrm rot="10800000">
            <a:off x="8681717" y="2921765"/>
            <a:ext cx="386080" cy="52070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6A8BB1-D927-89EE-04F9-74A886654B3D}"/>
              </a:ext>
            </a:extLst>
          </p:cNvPr>
          <p:cNvSpPr txBox="1"/>
          <p:nvPr/>
        </p:nvSpPr>
        <p:spPr>
          <a:xfrm>
            <a:off x="7467600" y="2487376"/>
            <a:ext cx="3454400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>
                <a:latin typeface="+mj-lt"/>
              </a:rPr>
              <a:t>If doesn’t Fill out </a:t>
            </a:r>
            <a:r>
              <a:rPr lang="en-US" sz="1400" err="1">
                <a:latin typeface="+mj-lt"/>
              </a:rPr>
              <a:t>Docusign</a:t>
            </a:r>
            <a:r>
              <a:rPr lang="en-US" sz="1400">
                <a:latin typeface="+mj-lt"/>
              </a:rPr>
              <a:t> = Email Reminder</a:t>
            </a:r>
          </a:p>
        </p:txBody>
      </p:sp>
    </p:spTree>
    <p:extLst>
      <p:ext uri="{BB962C8B-B14F-4D97-AF65-F5344CB8AC3E}">
        <p14:creationId xmlns:p14="http://schemas.microsoft.com/office/powerpoint/2010/main" val="1348521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A7A9-9DF2-986B-D526-23DD3FC5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777204-A6FE-1ACF-2E46-1D4A7F2F4D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Current </a:t>
            </a:r>
            <a:r>
              <a:rPr lang="en-US" err="1"/>
              <a:t>Websampling</a:t>
            </a:r>
            <a:r>
              <a:rPr lang="en-US"/>
              <a:t> Journey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90A5C9-230C-8169-B3C5-5989B1F9F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623566"/>
            <a:ext cx="10850880" cy="520701"/>
          </a:xfrm>
        </p:spPr>
        <p:txBody>
          <a:bodyPr/>
          <a:lstStyle/>
          <a:p>
            <a:r>
              <a:rPr lang="en-US"/>
              <a:t>Project Carbon Current User Journey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29227-CC46-116C-D6F1-F298C96EA44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092520" y="6734069"/>
            <a:ext cx="554360" cy="366183"/>
          </a:xfrm>
        </p:spPr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17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2970C-F23E-C259-8066-BA3254A5F6FA}"/>
              </a:ext>
            </a:extLst>
          </p:cNvPr>
          <p:cNvSpPr txBox="1"/>
          <p:nvPr/>
        </p:nvSpPr>
        <p:spPr>
          <a:xfrm>
            <a:off x="751840" y="1277621"/>
            <a:ext cx="241808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b="1">
                <a:solidFill>
                  <a:schemeClr val="accent3"/>
                </a:solidFill>
                <a:latin typeface="+mj-lt"/>
              </a:rPr>
              <a:t>OPEN</a:t>
            </a:r>
            <a:r>
              <a:rPr lang="en-US">
                <a:solidFill>
                  <a:schemeClr val="accent3"/>
                </a:solidFill>
                <a:latin typeface="+mj-lt"/>
              </a:rPr>
              <a:t> FORM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A1507AC-F75B-5393-88F2-3FA68B8BE8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1882843"/>
              </p:ext>
            </p:extLst>
          </p:nvPr>
        </p:nvGraphicFramePr>
        <p:xfrm>
          <a:off x="670560" y="3241107"/>
          <a:ext cx="10754360" cy="1663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58BE032-1E49-5790-C174-3D1DC2237D73}"/>
              </a:ext>
            </a:extLst>
          </p:cNvPr>
          <p:cNvSpPr txBox="1"/>
          <p:nvPr/>
        </p:nvSpPr>
        <p:spPr>
          <a:xfrm>
            <a:off x="1616075" y="1932116"/>
            <a:ext cx="2312670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Ineligible Page </a:t>
            </a:r>
            <a:r>
              <a:rPr lang="en-US" sz="1400" b="1" u="sng">
                <a:latin typeface="+mj-lt"/>
              </a:rPr>
              <a:t>OR</a:t>
            </a:r>
            <a:r>
              <a:rPr lang="en-US" sz="1400">
                <a:latin typeface="+mj-lt"/>
              </a:rPr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You’ve Already Requested Samples Page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247414C6-9C05-D8BD-16F0-820AB8B83DD4}"/>
              </a:ext>
            </a:extLst>
          </p:cNvPr>
          <p:cNvSpPr/>
          <p:nvPr/>
        </p:nvSpPr>
        <p:spPr>
          <a:xfrm rot="10800000">
            <a:off x="2386330" y="2759020"/>
            <a:ext cx="386080" cy="52070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B8C14D0-4B96-FD94-ECCC-A2695DFDD937}"/>
              </a:ext>
            </a:extLst>
          </p:cNvPr>
          <p:cNvSpPr/>
          <p:nvPr/>
        </p:nvSpPr>
        <p:spPr>
          <a:xfrm rot="10800000">
            <a:off x="5567680" y="2839118"/>
            <a:ext cx="386080" cy="52070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2FAB42-30BF-0C6F-9231-6EDA4E89E605}"/>
              </a:ext>
            </a:extLst>
          </p:cNvPr>
          <p:cNvSpPr txBox="1"/>
          <p:nvPr/>
        </p:nvSpPr>
        <p:spPr>
          <a:xfrm>
            <a:off x="4912360" y="2331573"/>
            <a:ext cx="3454400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>
                <a:latin typeface="+mj-lt"/>
              </a:rPr>
              <a:t>DCR Process for certain HCPs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2961BE-CACB-75D3-76D7-334456AAA369}"/>
              </a:ext>
            </a:extLst>
          </p:cNvPr>
          <p:cNvCxnSpPr/>
          <p:nvPr/>
        </p:nvCxnSpPr>
        <p:spPr>
          <a:xfrm flipV="1">
            <a:off x="6639560" y="1866454"/>
            <a:ext cx="751840" cy="41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4D4645-5034-03CD-3933-8A4A31F90D02}"/>
              </a:ext>
            </a:extLst>
          </p:cNvPr>
          <p:cNvCxnSpPr>
            <a:cxnSpLocks/>
          </p:cNvCxnSpPr>
          <p:nvPr/>
        </p:nvCxnSpPr>
        <p:spPr>
          <a:xfrm>
            <a:off x="6647181" y="2676470"/>
            <a:ext cx="744219" cy="6858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896B4B6-0F5D-68BC-34FD-920229F719D4}"/>
              </a:ext>
            </a:extLst>
          </p:cNvPr>
          <p:cNvSpPr txBox="1"/>
          <p:nvPr/>
        </p:nvSpPr>
        <p:spPr>
          <a:xfrm>
            <a:off x="6866255" y="2824145"/>
            <a:ext cx="3454400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>
                <a:solidFill>
                  <a:srgbClr val="00B050"/>
                </a:solidFill>
                <a:latin typeface="+mj-lt"/>
              </a:rPr>
              <a:t>Success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E8FD69-7539-C7B3-00D6-C1E64F55E9ED}"/>
              </a:ext>
            </a:extLst>
          </p:cNvPr>
          <p:cNvSpPr txBox="1"/>
          <p:nvPr/>
        </p:nvSpPr>
        <p:spPr>
          <a:xfrm>
            <a:off x="6724015" y="1824028"/>
            <a:ext cx="3454400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>
                <a:solidFill>
                  <a:srgbClr val="FF0000"/>
                </a:solidFill>
                <a:latin typeface="+mj-lt"/>
              </a:rPr>
              <a:t>Fail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BB982A-5516-CE4A-4090-41EEA7190D8D}"/>
              </a:ext>
            </a:extLst>
          </p:cNvPr>
          <p:cNvSpPr txBox="1"/>
          <p:nvPr/>
        </p:nvSpPr>
        <p:spPr>
          <a:xfrm>
            <a:off x="7656535" y="1683848"/>
            <a:ext cx="3454400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>
                <a:latin typeface="+mj-lt"/>
              </a:rPr>
              <a:t>Email to resubmit with another email address 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3F7E1EF8-79F1-5F10-05A3-74D17159F888}"/>
              </a:ext>
            </a:extLst>
          </p:cNvPr>
          <p:cNvSpPr/>
          <p:nvPr/>
        </p:nvSpPr>
        <p:spPr>
          <a:xfrm rot="10800000">
            <a:off x="9014458" y="2849511"/>
            <a:ext cx="386080" cy="52070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599EF3-999A-0AD1-CE21-067EA2BEB061}"/>
              </a:ext>
            </a:extLst>
          </p:cNvPr>
          <p:cNvSpPr txBox="1"/>
          <p:nvPr/>
        </p:nvSpPr>
        <p:spPr>
          <a:xfrm>
            <a:off x="8117840" y="2407183"/>
            <a:ext cx="3454400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>
                <a:latin typeface="+mj-lt"/>
              </a:rPr>
              <a:t>If doesn’t Fill out </a:t>
            </a:r>
            <a:r>
              <a:rPr lang="en-US" sz="1400" err="1">
                <a:latin typeface="+mj-lt"/>
              </a:rPr>
              <a:t>Docusign</a:t>
            </a:r>
            <a:r>
              <a:rPr lang="en-US" sz="1400">
                <a:latin typeface="+mj-lt"/>
              </a:rPr>
              <a:t> = Email Reminder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91C9A-2E28-4E73-1776-464BF2761998}"/>
              </a:ext>
            </a:extLst>
          </p:cNvPr>
          <p:cNvSpPr txBox="1"/>
          <p:nvPr/>
        </p:nvSpPr>
        <p:spPr>
          <a:xfrm>
            <a:off x="2334895" y="4920921"/>
            <a:ext cx="1670050" cy="11695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 b="1">
                <a:latin typeface="+mj-lt"/>
              </a:rPr>
              <a:t>Update – </a:t>
            </a:r>
          </a:p>
          <a:p>
            <a:pPr algn="l"/>
            <a:r>
              <a:rPr lang="en-US" sz="1400" b="1">
                <a:latin typeface="+mj-lt"/>
              </a:rPr>
              <a:t>Query Eligibility </a:t>
            </a:r>
            <a:r>
              <a:rPr lang="en-US" sz="1400">
                <a:latin typeface="+mj-lt"/>
              </a:rPr>
              <a:t>Across entire CRM database (not just selected HCPs)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92C4E-A2DB-3514-2AB5-BE26C0A398F8}"/>
              </a:ext>
            </a:extLst>
          </p:cNvPr>
          <p:cNvSpPr/>
          <p:nvPr/>
        </p:nvSpPr>
        <p:spPr>
          <a:xfrm>
            <a:off x="398145" y="1824028"/>
            <a:ext cx="3606799" cy="45361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EFEEE7A0-9E39-613F-76A8-A88977F8A58D}"/>
              </a:ext>
            </a:extLst>
          </p:cNvPr>
          <p:cNvSpPr/>
          <p:nvPr/>
        </p:nvSpPr>
        <p:spPr>
          <a:xfrm rot="20334586">
            <a:off x="3736811" y="1570018"/>
            <a:ext cx="528956" cy="520701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</p:spTree>
    <p:extLst>
      <p:ext uri="{BB962C8B-B14F-4D97-AF65-F5344CB8AC3E}">
        <p14:creationId xmlns:p14="http://schemas.microsoft.com/office/powerpoint/2010/main" val="3843984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BDB28-8E3E-6A8D-E4D3-978B3D565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1CEB64-A554-8D48-A11D-A1B346F2F4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Current </a:t>
            </a:r>
            <a:r>
              <a:rPr lang="en-US" err="1"/>
              <a:t>Websampling</a:t>
            </a:r>
            <a:r>
              <a:rPr lang="en-US"/>
              <a:t> Journey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5DF40A-750B-72B1-3109-A21DAB989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623566"/>
            <a:ext cx="10850880" cy="520701"/>
          </a:xfrm>
        </p:spPr>
        <p:txBody>
          <a:bodyPr/>
          <a:lstStyle/>
          <a:p>
            <a:r>
              <a:rPr lang="en-US"/>
              <a:t>Ideal - Project Neon User Journey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8953D-2FCF-56D4-C5AD-23DC7F8839E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092520" y="6734069"/>
            <a:ext cx="554360" cy="366183"/>
          </a:xfrm>
        </p:spPr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18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7B4521-5FB7-4E46-B3F2-635F21C8FEC0}"/>
              </a:ext>
            </a:extLst>
          </p:cNvPr>
          <p:cNvSpPr txBox="1"/>
          <p:nvPr/>
        </p:nvSpPr>
        <p:spPr>
          <a:xfrm>
            <a:off x="670560" y="1281954"/>
            <a:ext cx="3606798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b="1">
                <a:solidFill>
                  <a:schemeClr val="accent3"/>
                </a:solidFill>
                <a:latin typeface="+mj-lt"/>
              </a:rPr>
              <a:t>Agnostic to Closed/Open Form</a:t>
            </a:r>
            <a:endParaRPr lang="en-US">
              <a:solidFill>
                <a:schemeClr val="accent3"/>
              </a:solidFill>
              <a:latin typeface="+mj-lt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FCDA7A96-DF77-6AD6-7858-F0A7023B04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4918644"/>
              </p:ext>
            </p:extLst>
          </p:nvPr>
        </p:nvGraphicFramePr>
        <p:xfrm>
          <a:off x="798638" y="3404699"/>
          <a:ext cx="10754360" cy="1663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A8FF43A-0A73-45D0-0D14-1B68B818CFF5}"/>
              </a:ext>
            </a:extLst>
          </p:cNvPr>
          <p:cNvSpPr txBox="1"/>
          <p:nvPr/>
        </p:nvSpPr>
        <p:spPr>
          <a:xfrm>
            <a:off x="2385503" y="2005503"/>
            <a:ext cx="2312670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Ineligible Page </a:t>
            </a:r>
            <a:r>
              <a:rPr lang="en-US" sz="1400" b="1" u="sng">
                <a:latin typeface="+mj-lt"/>
              </a:rPr>
              <a:t>OR</a:t>
            </a:r>
            <a:r>
              <a:rPr lang="en-US" sz="1400">
                <a:latin typeface="+mj-lt"/>
              </a:rPr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You’ve Already Requested Samples Page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D43E2FD7-CD4A-11BD-17E6-DCAF353CC2AE}"/>
              </a:ext>
            </a:extLst>
          </p:cNvPr>
          <p:cNvSpPr/>
          <p:nvPr/>
        </p:nvSpPr>
        <p:spPr>
          <a:xfrm rot="10800000">
            <a:off x="2838260" y="2881854"/>
            <a:ext cx="386080" cy="52070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A295A4-8F49-AF17-4A64-5A9CF3883407}"/>
              </a:ext>
            </a:extLst>
          </p:cNvPr>
          <p:cNvSpPr txBox="1"/>
          <p:nvPr/>
        </p:nvSpPr>
        <p:spPr>
          <a:xfrm>
            <a:off x="8489655" y="174465"/>
            <a:ext cx="3454400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 i="1">
                <a:latin typeface="+mj-lt"/>
              </a:rPr>
              <a:t>*DCR Process removed on slide for simplicity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3DE8F030-B38C-3FBC-04F5-1EB273FB795D}"/>
              </a:ext>
            </a:extLst>
          </p:cNvPr>
          <p:cNvSpPr/>
          <p:nvPr/>
        </p:nvSpPr>
        <p:spPr>
          <a:xfrm rot="10800000">
            <a:off x="9120890" y="2894918"/>
            <a:ext cx="386080" cy="52070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6DB251-1E34-71E6-E868-F67CEE8901E1}"/>
              </a:ext>
            </a:extLst>
          </p:cNvPr>
          <p:cNvSpPr txBox="1"/>
          <p:nvPr/>
        </p:nvSpPr>
        <p:spPr>
          <a:xfrm>
            <a:off x="8545705" y="2357851"/>
            <a:ext cx="1616071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>
                <a:latin typeface="+mj-lt"/>
              </a:rPr>
              <a:t>If Doesn’t Sign </a:t>
            </a:r>
          </a:p>
          <a:p>
            <a:pPr algn="l"/>
            <a:r>
              <a:rPr lang="en-US" sz="1400">
                <a:latin typeface="+mj-lt"/>
              </a:rPr>
              <a:t>= Email Reminder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047A28-3FAC-82A2-0AD9-90B50FDDB158}"/>
              </a:ext>
            </a:extLst>
          </p:cNvPr>
          <p:cNvSpPr txBox="1"/>
          <p:nvPr/>
        </p:nvSpPr>
        <p:spPr>
          <a:xfrm>
            <a:off x="4056188" y="5026658"/>
            <a:ext cx="2289810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 b="1">
                <a:latin typeface="+mj-lt"/>
              </a:rPr>
              <a:t>Update – </a:t>
            </a:r>
          </a:p>
          <a:p>
            <a:pPr algn="l"/>
            <a:r>
              <a:rPr lang="en-US" sz="1400" b="1">
                <a:latin typeface="+mj-lt"/>
              </a:rPr>
              <a:t>Opt-In to Auto Subscription </a:t>
            </a:r>
            <a:endParaRPr lang="en-US" sz="1400">
              <a:latin typeface="+mj-lt"/>
            </a:endParaRPr>
          </a:p>
        </p:txBody>
      </p:sp>
      <p:sp>
        <p:nvSpPr>
          <p:cNvPr id="4" name="Arrow: Curved Left 3">
            <a:extLst>
              <a:ext uri="{FF2B5EF4-FFF2-40B4-BE49-F238E27FC236}">
                <a16:creationId xmlns:a16="http://schemas.microsoft.com/office/drawing/2014/main" id="{3ADB1ACA-1B44-B449-D20A-3F5AC55E389A}"/>
              </a:ext>
            </a:extLst>
          </p:cNvPr>
          <p:cNvSpPr/>
          <p:nvPr/>
        </p:nvSpPr>
        <p:spPr>
          <a:xfrm rot="5400000">
            <a:off x="9862628" y="4730935"/>
            <a:ext cx="457200" cy="975360"/>
          </a:xfrm>
          <a:prstGeom prst="curvedLef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654B9-7BE0-1D4F-BEEE-09CB281E8C4A}"/>
              </a:ext>
            </a:extLst>
          </p:cNvPr>
          <p:cNvSpPr txBox="1"/>
          <p:nvPr/>
        </p:nvSpPr>
        <p:spPr>
          <a:xfrm>
            <a:off x="8545705" y="5464577"/>
            <a:ext cx="3694134" cy="181588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 b="1">
                <a:latin typeface="+mj-lt"/>
              </a:rPr>
              <a:t>Continual loop Until: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HCP Reaches Limit X – 30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highlight>
                  <a:srgbClr val="FFFF00"/>
                </a:highlight>
                <a:latin typeface="+mj-lt"/>
              </a:rPr>
              <a:t>HCP </a:t>
            </a:r>
            <a:r>
              <a:rPr lang="en-US" sz="1400" err="1">
                <a:highlight>
                  <a:srgbClr val="FFFF00"/>
                </a:highlight>
                <a:latin typeface="+mj-lt"/>
              </a:rPr>
              <a:t>Opts</a:t>
            </a:r>
            <a:r>
              <a:rPr lang="en-US" sz="1400">
                <a:highlight>
                  <a:srgbClr val="FFFF00"/>
                </a:highlight>
                <a:latin typeface="+mj-lt"/>
              </a:rPr>
              <a:t> Out of Auto-shipment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HCP needs to sign new version of </a:t>
            </a:r>
            <a:r>
              <a:rPr lang="en-US" sz="1400" err="1">
                <a:latin typeface="+mj-lt"/>
              </a:rPr>
              <a:t>TsCs</a:t>
            </a:r>
            <a:r>
              <a:rPr lang="en-US" sz="1400">
                <a:latin typeface="+mj-lt"/>
              </a:rPr>
              <a:t>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HCP No Longer Eligible (need to write)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Timed?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CC2829-5C4B-557B-2640-C629D7C1F402}"/>
              </a:ext>
            </a:extLst>
          </p:cNvPr>
          <p:cNvSpPr txBox="1"/>
          <p:nvPr/>
        </p:nvSpPr>
        <p:spPr>
          <a:xfrm>
            <a:off x="9545667" y="1423601"/>
            <a:ext cx="206648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400">
                <a:latin typeface="+mj-lt"/>
              </a:rPr>
              <a:t>Email Confirming Delivery of new shipment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4E00D7EA-13D7-127B-326C-C1A45269BE7D}"/>
              </a:ext>
            </a:extLst>
          </p:cNvPr>
          <p:cNvSpPr/>
          <p:nvPr/>
        </p:nvSpPr>
        <p:spPr>
          <a:xfrm rot="10800000">
            <a:off x="10036178" y="2030617"/>
            <a:ext cx="317525" cy="1540473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0A2FAF-B23D-1FA9-22B7-AABA816EDCE9}"/>
              </a:ext>
            </a:extLst>
          </p:cNvPr>
          <p:cNvSpPr/>
          <p:nvPr/>
        </p:nvSpPr>
        <p:spPr>
          <a:xfrm>
            <a:off x="3948403" y="3510714"/>
            <a:ext cx="2889277" cy="20807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885135-3B14-D237-C0BD-17FC8CF4F588}"/>
              </a:ext>
            </a:extLst>
          </p:cNvPr>
          <p:cNvSpPr/>
          <p:nvPr/>
        </p:nvSpPr>
        <p:spPr>
          <a:xfrm>
            <a:off x="8757603" y="3496867"/>
            <a:ext cx="1278575" cy="14579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ECE991-8DDA-9D96-60AB-223F7C93258C}"/>
              </a:ext>
            </a:extLst>
          </p:cNvPr>
          <p:cNvSpPr/>
          <p:nvPr/>
        </p:nvSpPr>
        <p:spPr>
          <a:xfrm>
            <a:off x="10315919" y="3523423"/>
            <a:ext cx="1382859" cy="14579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FF8B38-54FA-BC14-2608-493FB5517865}"/>
              </a:ext>
            </a:extLst>
          </p:cNvPr>
          <p:cNvSpPr/>
          <p:nvPr/>
        </p:nvSpPr>
        <p:spPr>
          <a:xfrm>
            <a:off x="8351519" y="5464576"/>
            <a:ext cx="3592535" cy="135662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/>
          </a:p>
        </p:txBody>
      </p:sp>
    </p:spTree>
    <p:extLst>
      <p:ext uri="{BB962C8B-B14F-4D97-AF65-F5344CB8AC3E}">
        <p14:creationId xmlns:p14="http://schemas.microsoft.com/office/powerpoint/2010/main" val="135844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596B-96B8-2EE1-CDA0-3FBACAD26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2014F4-41DA-AD19-8D81-ADB2E60E2E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PROJECT NEON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2476AC-CB66-44BF-721B-2F8183C23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2" y="2778760"/>
            <a:ext cx="9104620" cy="1117600"/>
          </a:xfrm>
        </p:spPr>
        <p:txBody>
          <a:bodyPr/>
          <a:lstStyle/>
          <a:p>
            <a:r>
              <a:rPr lang="en-US"/>
              <a:t>Scenario Planning &amp; Requirement</a:t>
            </a:r>
            <a:br>
              <a:rPr lang="en-US"/>
            </a:br>
            <a:r>
              <a:rPr lang="en-US"/>
              <a:t>Building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D3544-3B7D-4D6A-FF4E-169AC17CFA1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018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8B5FC3-6504-6389-C160-2766E32E74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SCENARIO PLANNING AND PRIORITIZATION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67206-EC55-B396-828B-2B9AE2C6F75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20</a:t>
            </a:fld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239843-AF7E-78A9-F0B2-B79DB523A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719741"/>
              </p:ext>
            </p:extLst>
          </p:nvPr>
        </p:nvGraphicFramePr>
        <p:xfrm>
          <a:off x="670562" y="1680344"/>
          <a:ext cx="11142979" cy="428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398">
                  <a:extLst>
                    <a:ext uri="{9D8B030D-6E8A-4147-A177-3AD203B41FA5}">
                      <a16:colId xmlns:a16="http://schemas.microsoft.com/office/drawing/2014/main" val="435496100"/>
                    </a:ext>
                  </a:extLst>
                </a:gridCol>
                <a:gridCol w="2777172">
                  <a:extLst>
                    <a:ext uri="{9D8B030D-6E8A-4147-A177-3AD203B41FA5}">
                      <a16:colId xmlns:a16="http://schemas.microsoft.com/office/drawing/2014/main" val="133387861"/>
                    </a:ext>
                  </a:extLst>
                </a:gridCol>
                <a:gridCol w="860108">
                  <a:extLst>
                    <a:ext uri="{9D8B030D-6E8A-4147-A177-3AD203B41FA5}">
                      <a16:colId xmlns:a16="http://schemas.microsoft.com/office/drawing/2014/main" val="278510716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77012568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1762679133"/>
                    </a:ext>
                  </a:extLst>
                </a:gridCol>
                <a:gridCol w="5260341">
                  <a:extLst>
                    <a:ext uri="{9D8B030D-6E8A-4147-A177-3AD203B41FA5}">
                      <a16:colId xmlns:a16="http://schemas.microsoft.com/office/drawing/2014/main" val="2234035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Impact to 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Impact to Biz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Effort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err="1">
                          <a:solidFill>
                            <a:schemeClr val="tx1"/>
                          </a:solidFill>
                        </a:rPr>
                        <a:t>Pathforward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26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 Signs up for auto-shipment but also tries to place a re-order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MVP – </a:t>
                      </a:r>
                    </a:p>
                    <a:p>
                      <a:r>
                        <a:rPr lang="en-US" sz="1200"/>
                        <a:t>Long Term -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025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 </a:t>
                      </a:r>
                      <a:r>
                        <a:rPr lang="en-US" sz="1200" err="1"/>
                        <a:t>Opts</a:t>
                      </a:r>
                      <a:r>
                        <a:rPr lang="en-US" sz="1200"/>
                        <a:t> Out of </a:t>
                      </a:r>
                      <a:r>
                        <a:rPr lang="en-US" sz="1200" err="1"/>
                        <a:t>Autoshipment</a:t>
                      </a:r>
                      <a:r>
                        <a:rPr lang="en-US" sz="1200"/>
                        <a:t>  </a:t>
                      </a:r>
                      <a:r>
                        <a:rPr lang="en-US" sz="1200" b="1"/>
                        <a:t>(Legal/OEC Must-Have)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85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 </a:t>
                      </a:r>
                      <a:r>
                        <a:rPr lang="en-US" sz="1200" err="1"/>
                        <a:t>Opts</a:t>
                      </a:r>
                      <a:r>
                        <a:rPr lang="en-US" sz="1200"/>
                        <a:t> Out of </a:t>
                      </a:r>
                      <a:r>
                        <a:rPr lang="en-US" sz="1200" err="1"/>
                        <a:t>Autoshipment</a:t>
                      </a:r>
                      <a:r>
                        <a:rPr lang="en-US" sz="1200"/>
                        <a:t>, but wants to opt-back 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02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 becomes “ineligible” halfway through the subscription model;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612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 enrolled in </a:t>
                      </a:r>
                      <a:r>
                        <a:rPr lang="en-US" sz="1200" err="1"/>
                        <a:t>autoshipment</a:t>
                      </a:r>
                      <a:r>
                        <a:rPr lang="en-US" sz="1200"/>
                        <a:t> &amp; New Version of </a:t>
                      </a:r>
                      <a:r>
                        <a:rPr lang="en-US" sz="1200" err="1"/>
                        <a:t>TsCs</a:t>
                      </a:r>
                      <a:r>
                        <a:rPr lang="en-US" sz="1200"/>
                        <a:t> come out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383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ADC as a business runs out of samples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56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 is underutilizing Samples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322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4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415925"/>
                  </a:ext>
                </a:extLst>
              </a:tr>
            </a:tbl>
          </a:graphicData>
        </a:graphic>
      </p:graphicFrame>
      <p:sp>
        <p:nvSpPr>
          <p:cNvPr id="8" name="Title 4">
            <a:extLst>
              <a:ext uri="{FF2B5EF4-FFF2-40B4-BE49-F238E27FC236}">
                <a16:creationId xmlns:a16="http://schemas.microsoft.com/office/drawing/2014/main" id="{231AAE30-930A-9639-D7A4-BB90F88A7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2" y="707256"/>
            <a:ext cx="9489438" cy="520701"/>
          </a:xfrm>
        </p:spPr>
        <p:txBody>
          <a:bodyPr/>
          <a:lstStyle/>
          <a:p>
            <a:r>
              <a:rPr lang="en-US" sz="2800" b="1"/>
              <a:t>5minutes </a:t>
            </a:r>
            <a:r>
              <a:rPr lang="en-US" sz="2800"/>
              <a:t>– Brainstorm additional scenarios not listed below that need to be addressed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4608E5-AC7F-2C05-F0B9-E839A14F8107}"/>
              </a:ext>
            </a:extLst>
          </p:cNvPr>
          <p:cNvSpPr txBox="1"/>
          <p:nvPr/>
        </p:nvSpPr>
        <p:spPr>
          <a:xfrm>
            <a:off x="10160000" y="606070"/>
            <a:ext cx="228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rgbClr val="C00000"/>
                </a:solidFill>
              </a:rPr>
              <a:t>Red</a:t>
            </a:r>
            <a:r>
              <a:rPr lang="en-US" sz="1100"/>
              <a:t> – High Impact</a:t>
            </a:r>
          </a:p>
          <a:p>
            <a:r>
              <a:rPr lang="en-US" sz="1100" b="1">
                <a:solidFill>
                  <a:schemeClr val="tx2"/>
                </a:solidFill>
              </a:rPr>
              <a:t>Yellow</a:t>
            </a:r>
            <a:r>
              <a:rPr lang="en-US" sz="1100"/>
              <a:t> – Medium Impact</a:t>
            </a:r>
          </a:p>
          <a:p>
            <a:r>
              <a:rPr lang="en-US" sz="1100" b="1"/>
              <a:t>Grey</a:t>
            </a:r>
            <a:r>
              <a:rPr lang="en-US" sz="1100"/>
              <a:t> – Low Impact </a:t>
            </a:r>
          </a:p>
        </p:txBody>
      </p:sp>
    </p:spTree>
    <p:extLst>
      <p:ext uri="{BB962C8B-B14F-4D97-AF65-F5344CB8AC3E}">
        <p14:creationId xmlns:p14="http://schemas.microsoft.com/office/powerpoint/2010/main" val="200194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F8BD44-7AC4-08CA-EF03-FF00C7EA6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901" y="328580"/>
            <a:ext cx="6989233" cy="348813"/>
          </a:xfrm>
        </p:spPr>
        <p:txBody>
          <a:bodyPr/>
          <a:lstStyle/>
          <a:p>
            <a:r>
              <a:rPr lang="en-US"/>
              <a:t>Requirement Building &amp; Feasibility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F5DA82-ECC9-5F14-A7B2-9AF487D9B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1" y="677393"/>
            <a:ext cx="10850880" cy="520701"/>
          </a:xfrm>
        </p:spPr>
        <p:txBody>
          <a:bodyPr/>
          <a:lstStyle/>
          <a:p>
            <a:r>
              <a:rPr lang="en-US"/>
              <a:t>Requirements: Opting </a:t>
            </a:r>
            <a:r>
              <a:rPr lang="en-US" b="1"/>
              <a:t>into</a:t>
            </a:r>
            <a:r>
              <a:rPr lang="en-US"/>
              <a:t> Auto-subscription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DA02A-83EA-FAC6-F4AD-EFE8B920DAA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21</a:t>
            </a:fld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F5AC6AC-A300-B9F1-2F3A-ABD8CBF9C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357499"/>
              </p:ext>
            </p:extLst>
          </p:nvPr>
        </p:nvGraphicFramePr>
        <p:xfrm>
          <a:off x="665693" y="1735146"/>
          <a:ext cx="10860614" cy="251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969">
                  <a:extLst>
                    <a:ext uri="{9D8B030D-6E8A-4147-A177-3AD203B41FA5}">
                      <a16:colId xmlns:a16="http://schemas.microsoft.com/office/drawing/2014/main" val="671399214"/>
                    </a:ext>
                  </a:extLst>
                </a:gridCol>
                <a:gridCol w="4017485">
                  <a:extLst>
                    <a:ext uri="{9D8B030D-6E8A-4147-A177-3AD203B41FA5}">
                      <a16:colId xmlns:a16="http://schemas.microsoft.com/office/drawing/2014/main" val="133387861"/>
                    </a:ext>
                  </a:extLst>
                </a:gridCol>
                <a:gridCol w="1167180">
                  <a:extLst>
                    <a:ext uri="{9D8B030D-6E8A-4147-A177-3AD203B41FA5}">
                      <a16:colId xmlns:a16="http://schemas.microsoft.com/office/drawing/2014/main" val="2785107168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1762679133"/>
                    </a:ext>
                  </a:extLst>
                </a:gridCol>
                <a:gridCol w="4074820">
                  <a:extLst>
                    <a:ext uri="{9D8B030D-6E8A-4147-A177-3AD203B41FA5}">
                      <a16:colId xmlns:a16="http://schemas.microsoft.com/office/drawing/2014/main" val="2234035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What needs to be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Team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Effort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Notes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26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Front End to display consent language approved by OEC on 3</a:t>
                      </a:r>
                      <a:r>
                        <a:rPr lang="en-US" sz="1400" baseline="30000">
                          <a:solidFill>
                            <a:schemeClr val="tx1"/>
                          </a:solidFill>
                        </a:rPr>
                        <a:t>rd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 Step of 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187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Consent to be stored in 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486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Consent data to be passed from X to X on certain cadence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619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125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49554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2C41EC5-6A67-E3E5-561D-D976D07C08E9}"/>
              </a:ext>
            </a:extLst>
          </p:cNvPr>
          <p:cNvSpPr txBox="1"/>
          <p:nvPr/>
        </p:nvSpPr>
        <p:spPr>
          <a:xfrm>
            <a:off x="670560" y="1281954"/>
            <a:ext cx="737616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b="1">
                <a:solidFill>
                  <a:schemeClr val="accent3"/>
                </a:solidFill>
                <a:latin typeface="+mj-lt"/>
              </a:rPr>
              <a:t>“In order to have auto-shipment we will need…”</a:t>
            </a:r>
            <a:endParaRPr lang="en-US">
              <a:solidFill>
                <a:schemeClr val="accent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29088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C6AC-59CA-56D7-129D-9EAB9A0ED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039D4C-9418-101C-E638-EBB86B6730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901" y="328580"/>
            <a:ext cx="6989233" cy="348813"/>
          </a:xfrm>
        </p:spPr>
        <p:txBody>
          <a:bodyPr/>
          <a:lstStyle/>
          <a:p>
            <a:r>
              <a:rPr lang="en-US"/>
              <a:t>Requirement Building &amp; Feasibility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E321D7-3C58-A559-0F7E-E0BA6AE84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1" y="677393"/>
            <a:ext cx="10850880" cy="520701"/>
          </a:xfrm>
        </p:spPr>
        <p:txBody>
          <a:bodyPr/>
          <a:lstStyle/>
          <a:p>
            <a:r>
              <a:rPr lang="en-US"/>
              <a:t>Requirements: Frequency &amp; Cadence of Samples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FBCBE-86C6-DAC2-F61A-1DC426226FD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22</a:t>
            </a:fld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34A80F-FECB-1ED4-FF6F-C23EE78F6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998702"/>
              </p:ext>
            </p:extLst>
          </p:nvPr>
        </p:nvGraphicFramePr>
        <p:xfrm>
          <a:off x="665693" y="1735146"/>
          <a:ext cx="1086061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969">
                  <a:extLst>
                    <a:ext uri="{9D8B030D-6E8A-4147-A177-3AD203B41FA5}">
                      <a16:colId xmlns:a16="http://schemas.microsoft.com/office/drawing/2014/main" val="671399214"/>
                    </a:ext>
                  </a:extLst>
                </a:gridCol>
                <a:gridCol w="4017485">
                  <a:extLst>
                    <a:ext uri="{9D8B030D-6E8A-4147-A177-3AD203B41FA5}">
                      <a16:colId xmlns:a16="http://schemas.microsoft.com/office/drawing/2014/main" val="133387861"/>
                    </a:ext>
                  </a:extLst>
                </a:gridCol>
                <a:gridCol w="1167180">
                  <a:extLst>
                    <a:ext uri="{9D8B030D-6E8A-4147-A177-3AD203B41FA5}">
                      <a16:colId xmlns:a16="http://schemas.microsoft.com/office/drawing/2014/main" val="2785107168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1762679133"/>
                    </a:ext>
                  </a:extLst>
                </a:gridCol>
                <a:gridCol w="4074820">
                  <a:extLst>
                    <a:ext uri="{9D8B030D-6E8A-4147-A177-3AD203B41FA5}">
                      <a16:colId xmlns:a16="http://schemas.microsoft.com/office/drawing/2014/main" val="2234035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What needs to be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Team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Effort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Notes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26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187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486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619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125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49554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ED85E84-5F8D-311A-E249-9F0086711C49}"/>
              </a:ext>
            </a:extLst>
          </p:cNvPr>
          <p:cNvSpPr txBox="1"/>
          <p:nvPr/>
        </p:nvSpPr>
        <p:spPr>
          <a:xfrm>
            <a:off x="670560" y="1281954"/>
            <a:ext cx="737616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b="1">
                <a:solidFill>
                  <a:schemeClr val="accent3"/>
                </a:solidFill>
                <a:latin typeface="+mj-lt"/>
              </a:rPr>
              <a:t>“In order to have samples be set on a regular cadence we will need…”</a:t>
            </a:r>
            <a:endParaRPr lang="en-US">
              <a:solidFill>
                <a:schemeClr val="accent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39370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D46CF-9E8C-0DD9-DD62-3163C1CA2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594EE4-82D0-ABDF-0808-23DA98F2CB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901" y="328580"/>
            <a:ext cx="6989233" cy="348813"/>
          </a:xfrm>
        </p:spPr>
        <p:txBody>
          <a:bodyPr/>
          <a:lstStyle/>
          <a:p>
            <a:r>
              <a:rPr lang="en-US"/>
              <a:t>Requirement Building &amp; Feasibility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24E529-BCA5-E01F-0E12-79C954FE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1" y="677393"/>
            <a:ext cx="10850880" cy="520701"/>
          </a:xfrm>
        </p:spPr>
        <p:txBody>
          <a:bodyPr/>
          <a:lstStyle/>
          <a:p>
            <a:r>
              <a:rPr lang="en-US"/>
              <a:t>Requirements: Opting </a:t>
            </a:r>
            <a:r>
              <a:rPr lang="en-US" b="1"/>
              <a:t>out</a:t>
            </a:r>
            <a:r>
              <a:rPr lang="en-US"/>
              <a:t> of Auto-subscription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D791A-5E0C-7E3A-E026-54389313A7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23</a:t>
            </a:fld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731744-A4B0-AD8C-A1B5-70291288A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539306"/>
              </p:ext>
            </p:extLst>
          </p:nvPr>
        </p:nvGraphicFramePr>
        <p:xfrm>
          <a:off x="665693" y="1735146"/>
          <a:ext cx="1086061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969">
                  <a:extLst>
                    <a:ext uri="{9D8B030D-6E8A-4147-A177-3AD203B41FA5}">
                      <a16:colId xmlns:a16="http://schemas.microsoft.com/office/drawing/2014/main" val="671399214"/>
                    </a:ext>
                  </a:extLst>
                </a:gridCol>
                <a:gridCol w="4017485">
                  <a:extLst>
                    <a:ext uri="{9D8B030D-6E8A-4147-A177-3AD203B41FA5}">
                      <a16:colId xmlns:a16="http://schemas.microsoft.com/office/drawing/2014/main" val="133387861"/>
                    </a:ext>
                  </a:extLst>
                </a:gridCol>
                <a:gridCol w="1167180">
                  <a:extLst>
                    <a:ext uri="{9D8B030D-6E8A-4147-A177-3AD203B41FA5}">
                      <a16:colId xmlns:a16="http://schemas.microsoft.com/office/drawing/2014/main" val="2785107168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1762679133"/>
                    </a:ext>
                  </a:extLst>
                </a:gridCol>
                <a:gridCol w="4074820">
                  <a:extLst>
                    <a:ext uri="{9D8B030D-6E8A-4147-A177-3AD203B41FA5}">
                      <a16:colId xmlns:a16="http://schemas.microsoft.com/office/drawing/2014/main" val="2234035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What needs to be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Team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Effort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Notes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26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187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486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619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125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49554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D0D9C65-6523-23E4-6962-EB27747EDCFB}"/>
              </a:ext>
            </a:extLst>
          </p:cNvPr>
          <p:cNvSpPr txBox="1"/>
          <p:nvPr/>
        </p:nvSpPr>
        <p:spPr>
          <a:xfrm>
            <a:off x="670560" y="1281954"/>
            <a:ext cx="737616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b="1">
                <a:solidFill>
                  <a:schemeClr val="accent3"/>
                </a:solidFill>
                <a:latin typeface="+mj-lt"/>
              </a:rPr>
              <a:t>“In order to have a successful opt out we will need…”</a:t>
            </a:r>
            <a:endParaRPr lang="en-US">
              <a:solidFill>
                <a:schemeClr val="accent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52023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A03B-359B-BFDE-5F26-9A115A09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210970-40BE-AE52-8364-07CA296309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SCENARIO PLANNING AND PRIORITIZATION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F661F-EC17-94A0-3C02-DC24CBC6A3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24</a:t>
            </a:fld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997571-4D20-2C6A-86DE-D456BA126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196284"/>
              </p:ext>
            </p:extLst>
          </p:nvPr>
        </p:nvGraphicFramePr>
        <p:xfrm>
          <a:off x="670562" y="1680344"/>
          <a:ext cx="11142979" cy="428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398">
                  <a:extLst>
                    <a:ext uri="{9D8B030D-6E8A-4147-A177-3AD203B41FA5}">
                      <a16:colId xmlns:a16="http://schemas.microsoft.com/office/drawing/2014/main" val="435496100"/>
                    </a:ext>
                  </a:extLst>
                </a:gridCol>
                <a:gridCol w="2777172">
                  <a:extLst>
                    <a:ext uri="{9D8B030D-6E8A-4147-A177-3AD203B41FA5}">
                      <a16:colId xmlns:a16="http://schemas.microsoft.com/office/drawing/2014/main" val="133387861"/>
                    </a:ext>
                  </a:extLst>
                </a:gridCol>
                <a:gridCol w="860108">
                  <a:extLst>
                    <a:ext uri="{9D8B030D-6E8A-4147-A177-3AD203B41FA5}">
                      <a16:colId xmlns:a16="http://schemas.microsoft.com/office/drawing/2014/main" val="278510716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77012568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1762679133"/>
                    </a:ext>
                  </a:extLst>
                </a:gridCol>
                <a:gridCol w="5260341">
                  <a:extLst>
                    <a:ext uri="{9D8B030D-6E8A-4147-A177-3AD203B41FA5}">
                      <a16:colId xmlns:a16="http://schemas.microsoft.com/office/drawing/2014/main" val="2234035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Impact to 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Impact to Biz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Effort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err="1">
                          <a:solidFill>
                            <a:schemeClr val="tx1"/>
                          </a:solidFill>
                        </a:rPr>
                        <a:t>Pathforward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26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 Signs up for auto-shipment but also tries to place a re-order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MVP – </a:t>
                      </a:r>
                    </a:p>
                    <a:p>
                      <a:r>
                        <a:rPr lang="en-US" sz="1200"/>
                        <a:t>Long Term -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025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 </a:t>
                      </a:r>
                      <a:r>
                        <a:rPr lang="en-US" sz="1200" err="1"/>
                        <a:t>Opts</a:t>
                      </a:r>
                      <a:r>
                        <a:rPr lang="en-US" sz="1200"/>
                        <a:t> Out of </a:t>
                      </a:r>
                      <a:r>
                        <a:rPr lang="en-US" sz="1200" err="1"/>
                        <a:t>Autoshipment</a:t>
                      </a:r>
                      <a:r>
                        <a:rPr lang="en-US" sz="1200"/>
                        <a:t>  </a:t>
                      </a:r>
                      <a:r>
                        <a:rPr lang="en-US" sz="1200" b="1"/>
                        <a:t>(Legal/OEC Must-Have)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85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 </a:t>
                      </a:r>
                      <a:r>
                        <a:rPr lang="en-US" sz="1200" err="1"/>
                        <a:t>Opts</a:t>
                      </a:r>
                      <a:r>
                        <a:rPr lang="en-US" sz="1200"/>
                        <a:t> Out of </a:t>
                      </a:r>
                      <a:r>
                        <a:rPr lang="en-US" sz="1200" err="1"/>
                        <a:t>Autoshipment</a:t>
                      </a:r>
                      <a:r>
                        <a:rPr lang="en-US" sz="1200"/>
                        <a:t>, but wants to opt-back 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02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 becomes “ineligible” halfway through the subscription model;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612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 enrolled in </a:t>
                      </a:r>
                      <a:r>
                        <a:rPr lang="en-US" sz="1200" err="1"/>
                        <a:t>autoshipment</a:t>
                      </a:r>
                      <a:r>
                        <a:rPr lang="en-US" sz="1200"/>
                        <a:t> &amp; New Version of </a:t>
                      </a:r>
                      <a:r>
                        <a:rPr lang="en-US" sz="1200" err="1"/>
                        <a:t>TsCs</a:t>
                      </a:r>
                      <a:r>
                        <a:rPr lang="en-US" sz="1200"/>
                        <a:t> come out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383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ADC as a business runs out of samples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56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 is underutilizing Samples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322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4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415925"/>
                  </a:ext>
                </a:extLst>
              </a:tr>
            </a:tbl>
          </a:graphicData>
        </a:graphic>
      </p:graphicFrame>
      <p:sp>
        <p:nvSpPr>
          <p:cNvPr id="8" name="Title 4">
            <a:extLst>
              <a:ext uri="{FF2B5EF4-FFF2-40B4-BE49-F238E27FC236}">
                <a16:creationId xmlns:a16="http://schemas.microsoft.com/office/drawing/2014/main" id="{F161C843-9231-CC4D-80D7-2BCBA1AB8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2" y="704413"/>
            <a:ext cx="9489438" cy="725304"/>
          </a:xfrm>
        </p:spPr>
        <p:txBody>
          <a:bodyPr/>
          <a:lstStyle/>
          <a:p>
            <a:r>
              <a:rPr lang="en-US" sz="2800"/>
              <a:t>As a team, fill out best path forward (MVP vs Long Term)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F2B359-6775-2798-B147-C1C84C787D2F}"/>
              </a:ext>
            </a:extLst>
          </p:cNvPr>
          <p:cNvSpPr txBox="1"/>
          <p:nvPr/>
        </p:nvSpPr>
        <p:spPr>
          <a:xfrm>
            <a:off x="10378438" y="667524"/>
            <a:ext cx="228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rgbClr val="C00000"/>
                </a:solidFill>
              </a:rPr>
              <a:t>Red</a:t>
            </a:r>
            <a:r>
              <a:rPr lang="en-US" sz="1100"/>
              <a:t> – High Impact</a:t>
            </a:r>
          </a:p>
          <a:p>
            <a:r>
              <a:rPr lang="en-US" sz="1100" b="1">
                <a:solidFill>
                  <a:schemeClr val="tx2"/>
                </a:solidFill>
              </a:rPr>
              <a:t>Yellow</a:t>
            </a:r>
            <a:r>
              <a:rPr lang="en-US" sz="1100"/>
              <a:t> – Medium Impact</a:t>
            </a:r>
          </a:p>
          <a:p>
            <a:r>
              <a:rPr lang="en-US" sz="1100" b="1"/>
              <a:t>Grey</a:t>
            </a:r>
            <a:r>
              <a:rPr lang="en-US" sz="1100"/>
              <a:t> – Low Impact </a:t>
            </a:r>
          </a:p>
        </p:txBody>
      </p:sp>
    </p:spTree>
    <p:extLst>
      <p:ext uri="{BB962C8B-B14F-4D97-AF65-F5344CB8AC3E}">
        <p14:creationId xmlns:p14="http://schemas.microsoft.com/office/powerpoint/2010/main" val="2874542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620F8-423E-0F7D-8040-9E4D81CD5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5BFF75-86BE-043B-726F-18C34B8A76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901" y="328580"/>
            <a:ext cx="6989233" cy="348813"/>
          </a:xfrm>
        </p:spPr>
        <p:txBody>
          <a:bodyPr/>
          <a:lstStyle/>
          <a:p>
            <a:r>
              <a:rPr lang="en-US"/>
              <a:t>Requirement Building &amp; Feasibility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646969-97C0-3D4F-83EA-23F9EF7A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0" y="677393"/>
            <a:ext cx="11505219" cy="1192047"/>
          </a:xfrm>
        </p:spPr>
        <p:txBody>
          <a:bodyPr/>
          <a:lstStyle/>
          <a:p>
            <a:r>
              <a:rPr lang="en-US"/>
              <a:t>Packing Slip Ideation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09FC4-B1A0-A1A7-C7D5-F003F5AC618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fld id="{7B2119CD-3B2D-4CEB-B404-D2E3F8CD6D69}" type="slidenum">
              <a:rPr lang="en-IN" smtClean="0"/>
              <a:pPr>
                <a:defRPr/>
              </a:pPr>
              <a:t>25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28E64-CC22-8A4F-371E-AE1F0A277464}"/>
              </a:ext>
            </a:extLst>
          </p:cNvPr>
          <p:cNvSpPr txBox="1"/>
          <p:nvPr/>
        </p:nvSpPr>
        <p:spPr>
          <a:xfrm>
            <a:off x="503900" y="1273416"/>
            <a:ext cx="1058862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b="1">
                <a:solidFill>
                  <a:schemeClr val="accent3"/>
                </a:solidFill>
                <a:latin typeface="+mj-lt"/>
              </a:rPr>
              <a:t>“In order to have a frictionless packing-slip signage experience opt out we will need…”</a:t>
            </a:r>
            <a:endParaRPr lang="en-US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0B3F4-5F14-4DB8-9A4B-BF0DC1F8E265}"/>
              </a:ext>
            </a:extLst>
          </p:cNvPr>
          <p:cNvSpPr txBox="1"/>
          <p:nvPr/>
        </p:nvSpPr>
        <p:spPr>
          <a:xfrm>
            <a:off x="503900" y="1910080"/>
            <a:ext cx="11505219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HCP will receive </a:t>
            </a:r>
            <a:r>
              <a:rPr lang="en-US" err="1">
                <a:latin typeface="+mj-lt"/>
              </a:rPr>
              <a:t>FEDx</a:t>
            </a:r>
            <a:r>
              <a:rPr lang="en-US">
                <a:latin typeface="+mj-lt"/>
              </a:rPr>
              <a:t> Samples and sign for samples</a:t>
            </a:r>
          </a:p>
        </p:txBody>
      </p:sp>
    </p:spTree>
    <p:extLst>
      <p:ext uri="{BB962C8B-B14F-4D97-AF65-F5344CB8AC3E}">
        <p14:creationId xmlns:p14="http://schemas.microsoft.com/office/powerpoint/2010/main" val="1597994610"/>
      </p:ext>
    </p:extLst>
  </p:cSld>
  <p:clrMapOvr>
    <a:masterClrMapping/>
  </p:clrMapOvr>
</p:sld>
</file>

<file path=ppt/theme/theme1.xml><?xml version="1.0" encoding="utf-8"?>
<a:theme xmlns:a="http://schemas.openxmlformats.org/drawingml/2006/main" name="FS Libre White 2024 V03">
  <a:themeElements>
    <a:clrScheme name="Abbott FreeStyle Libre V02">
      <a:dk1>
        <a:srgbClr val="222731"/>
      </a:dk1>
      <a:lt1>
        <a:sysClr val="window" lastClr="FFFFFF"/>
      </a:lt1>
      <a:dk2>
        <a:srgbClr val="FFD100"/>
      </a:dk2>
      <a:lt2>
        <a:srgbClr val="D9D9D6"/>
      </a:lt2>
      <a:accent1>
        <a:srgbClr val="FFD100"/>
      </a:accent1>
      <a:accent2>
        <a:srgbClr val="222731"/>
      </a:accent2>
      <a:accent3>
        <a:srgbClr val="001489"/>
      </a:accent3>
      <a:accent4>
        <a:srgbClr val="888B8D"/>
      </a:accent4>
      <a:accent5>
        <a:srgbClr val="009CDE"/>
      </a:accent5>
      <a:accent6>
        <a:srgbClr val="5BC2E7"/>
      </a:accent6>
      <a:hlink>
        <a:srgbClr val="009CDE"/>
      </a:hlink>
      <a:folHlink>
        <a:srgbClr val="888B8D"/>
      </a:folHlink>
    </a:clrScheme>
    <a:fontScheme name="FreeStyle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tlCol="0">
        <a:spAutoFit/>
      </a:bodyPr>
      <a:lstStyle>
        <a:defPPr algn="l"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bbott_FreeStyle_Libre_PPT_Template_DPSFinal_GMI-WaterMark" id="{EC36F9C6-4115-934D-A25D-8844B352F60D}" vid="{3EAE2B4D-6A4A-074E-ABE5-095EA740FEE9}"/>
    </a:ext>
  </a:extLst>
</a:theme>
</file>

<file path=ppt/theme/theme2.xml><?xml version="1.0" encoding="utf-8"?>
<a:theme xmlns:a="http://schemas.openxmlformats.org/drawingml/2006/main" name="PPT Basic White_Dec 2020">
  <a:themeElements>
    <a:clrScheme name="FreeStyle Charts">
      <a:dk1>
        <a:srgbClr val="000000"/>
      </a:dk1>
      <a:lt1>
        <a:srgbClr val="FFFFFF"/>
      </a:lt1>
      <a:dk2>
        <a:srgbClr val="E4002B"/>
      </a:dk2>
      <a:lt2>
        <a:srgbClr val="D9D9D6"/>
      </a:lt2>
      <a:accent1>
        <a:srgbClr val="004F71"/>
      </a:accent1>
      <a:accent2>
        <a:srgbClr val="64CCC9"/>
      </a:accent2>
      <a:accent3>
        <a:srgbClr val="009CDE"/>
      </a:accent3>
      <a:accent4>
        <a:srgbClr val="FFD100"/>
      </a:accent4>
      <a:accent5>
        <a:srgbClr val="470A68"/>
      </a:accent5>
      <a:accent6>
        <a:srgbClr val="222740"/>
      </a:accent6>
      <a:hlink>
        <a:srgbClr val="009CDE"/>
      </a:hlink>
      <a:folHlink>
        <a:srgbClr val="63666A"/>
      </a:folHlink>
    </a:clrScheme>
    <a:fontScheme name="Abbot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SL3_NVID_Gradient" id="{8064E733-5ACC-6A47-A056-4EEE8A044699}" vid="{6D2AF968-6EC9-2D42-B58F-599BB27B819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b268d57-2a6f-4e04-b0de-6938583d5ebc}" enabled="0" method="" siteId="{5b268d57-2a6f-4e04-b0de-6938583d5eb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FS Libre White 2024 V03</vt:lpstr>
      <vt:lpstr>PPT Basic White_Dec 2020</vt:lpstr>
      <vt:lpstr>Project Neon –  Workshop </vt:lpstr>
      <vt:lpstr>Agenda</vt:lpstr>
      <vt:lpstr>Project Carbon: Allow HCPs to re-order web samples via the current website form + open form. HCP needs to continually fill out form &amp; TsCs to get samples.</vt:lpstr>
      <vt:lpstr>PowerPoint Presentation</vt:lpstr>
      <vt:lpstr>HCP Web Sampling Research</vt:lpstr>
      <vt:lpstr>Web Sampling Research</vt:lpstr>
      <vt:lpstr>PowerPoint Presentation</vt:lpstr>
      <vt:lpstr>Direct mail and third-party distributors emerge as most cited sources of unsolicited samples among HCPs. Professional networks and colleague channels are cited least often.</vt:lpstr>
      <vt:lpstr>Manufacturer online portals and/or websites are the leading channel for requesting samples, with Endos differentiating from PCPs over 6 months ago. Third-party distributors are the least utilized for sample requests.</vt:lpstr>
      <vt:lpstr>PowerPoint Presentation</vt:lpstr>
      <vt:lpstr>PowerPoint Presentation</vt:lpstr>
      <vt:lpstr>Novo Nordisk has “Sample Portal” to manage samples + Materials</vt:lpstr>
      <vt:lpstr>Eli Lily and Dexcom tie together CWR and Sample Requests</vt:lpstr>
      <vt:lpstr>Most HCPs distribute educational materials with samples, led by PCPs, who also share side-effect information more often than Endos.</vt:lpstr>
      <vt:lpstr>Customer Journey </vt:lpstr>
      <vt:lpstr>Project Carbon Current User Journey</vt:lpstr>
      <vt:lpstr>Project Carbon Current User Journey</vt:lpstr>
      <vt:lpstr>Ideal - Project Neon User Journey</vt:lpstr>
      <vt:lpstr>Scenario Planning &amp; Requirement Building </vt:lpstr>
      <vt:lpstr>5minutes – Brainstorm additional scenarios not listed below that need to be addressed</vt:lpstr>
      <vt:lpstr>Requirements: Opting into Auto-subscription</vt:lpstr>
      <vt:lpstr>Requirements: Frequency &amp; Cadence of Samples</vt:lpstr>
      <vt:lpstr>Requirements: Opting out of Auto-subscription</vt:lpstr>
      <vt:lpstr>As a team, fill out best path forward (MVP vs Long Term) </vt:lpstr>
      <vt:lpstr>Packing Slip Ideation </vt:lpstr>
    </vt:vector>
  </TitlesOfParts>
  <Company>Office 365 Apps for Enterprise 2008 - CAGI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Angela Rae</dc:creator>
  <cp:revision>1</cp:revision>
  <cp:lastPrinted>2025-09-29T19:29:29Z</cp:lastPrinted>
  <dcterms:created xsi:type="dcterms:W3CDTF">2025-09-25T22:28:29Z</dcterms:created>
  <dcterms:modified xsi:type="dcterms:W3CDTF">2025-09-29T20:56:02Z</dcterms:modified>
</cp:coreProperties>
</file>